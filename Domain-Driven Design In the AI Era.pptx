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317" r:id="rId3"/>
    <p:sldId id="265" r:id="rId4"/>
    <p:sldId id="356" r:id="rId5"/>
    <p:sldId id="257" r:id="rId6"/>
    <p:sldId id="318" r:id="rId7"/>
    <p:sldId id="326" r:id="rId8"/>
    <p:sldId id="369" r:id="rId9"/>
    <p:sldId id="327" r:id="rId10"/>
    <p:sldId id="336" r:id="rId11"/>
    <p:sldId id="328" r:id="rId12"/>
    <p:sldId id="337" r:id="rId13"/>
    <p:sldId id="325" r:id="rId14"/>
    <p:sldId id="370" r:id="rId15"/>
    <p:sldId id="329" r:id="rId16"/>
    <p:sldId id="330" r:id="rId17"/>
    <p:sldId id="331" r:id="rId18"/>
    <p:sldId id="335" r:id="rId19"/>
    <p:sldId id="332" r:id="rId20"/>
    <p:sldId id="338" r:id="rId21"/>
    <p:sldId id="320" r:id="rId22"/>
    <p:sldId id="349" r:id="rId23"/>
    <p:sldId id="350" r:id="rId24"/>
    <p:sldId id="351" r:id="rId25"/>
    <p:sldId id="352" r:id="rId26"/>
    <p:sldId id="353" r:id="rId27"/>
    <p:sldId id="354" r:id="rId28"/>
    <p:sldId id="371" r:id="rId29"/>
    <p:sldId id="372" r:id="rId30"/>
    <p:sldId id="373" r:id="rId31"/>
    <p:sldId id="361" r:id="rId32"/>
    <p:sldId id="334" r:id="rId33"/>
    <p:sldId id="321" r:id="rId34"/>
    <p:sldId id="343" r:id="rId35"/>
    <p:sldId id="344" r:id="rId36"/>
    <p:sldId id="345" r:id="rId37"/>
    <p:sldId id="322" r:id="rId38"/>
    <p:sldId id="358" r:id="rId39"/>
    <p:sldId id="362" r:id="rId40"/>
    <p:sldId id="363" r:id="rId41"/>
    <p:sldId id="368" r:id="rId42"/>
    <p:sldId id="364" r:id="rId43"/>
    <p:sldId id="359" r:id="rId44"/>
    <p:sldId id="347" r:id="rId45"/>
    <p:sldId id="333" r:id="rId46"/>
    <p:sldId id="346" r:id="rId47"/>
    <p:sldId id="374" r:id="rId48"/>
    <p:sldId id="375" r:id="rId49"/>
    <p:sldId id="378" r:id="rId50"/>
    <p:sldId id="263" r:id="rId51"/>
    <p:sldId id="348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320" autoAdjust="0"/>
  </p:normalViewPr>
  <p:slideViewPr>
    <p:cSldViewPr snapToGrid="0" showGuides="1">
      <p:cViewPr varScale="1">
        <p:scale>
          <a:sx n="71" d="100"/>
          <a:sy n="71" d="100"/>
        </p:scale>
        <p:origin x="1049" y="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9726B1-A9B1-4377-A966-E48AE8058C38}" type="doc">
      <dgm:prSet loTypeId="urn:microsoft.com/office/officeart/2005/8/layout/hProcess4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CC1AAD27-0E9B-422B-BEBC-29F0ED1B0E82}">
      <dgm:prSet phldrT="[Text]" phldr="0"/>
      <dgm:spPr/>
      <dgm:t>
        <a:bodyPr/>
        <a:lstStyle/>
        <a:p>
          <a:r>
            <a:rPr lang="en-US"/>
            <a:t>Model</a:t>
          </a:r>
        </a:p>
      </dgm:t>
    </dgm:pt>
    <dgm:pt modelId="{24F33B4D-FA43-461C-B3A6-D3900A60EB8F}" type="parTrans" cxnId="{1BA32085-9DB5-4A7F-BD4F-ADA54F7F5E35}">
      <dgm:prSet/>
      <dgm:spPr/>
      <dgm:t>
        <a:bodyPr/>
        <a:lstStyle/>
        <a:p>
          <a:endParaRPr lang="en-US"/>
        </a:p>
      </dgm:t>
    </dgm:pt>
    <dgm:pt modelId="{6277C948-727C-40B3-9770-E36E602EECC1}" type="sibTrans" cxnId="{1BA32085-9DB5-4A7F-BD4F-ADA54F7F5E35}">
      <dgm:prSet/>
      <dgm:spPr/>
      <dgm:t>
        <a:bodyPr/>
        <a:lstStyle/>
        <a:p>
          <a:endParaRPr lang="en-US"/>
        </a:p>
      </dgm:t>
    </dgm:pt>
    <dgm:pt modelId="{AAC1EDE6-5FCE-4E01-BC80-7A4E724503EF}">
      <dgm:prSet phldrT="[Text]" phldr="0"/>
      <dgm:spPr/>
      <dgm:t>
        <a:bodyPr/>
        <a:lstStyle/>
        <a:p>
          <a:r>
            <a:rPr lang="en-US"/>
            <a:t>Analyze</a:t>
          </a:r>
        </a:p>
      </dgm:t>
    </dgm:pt>
    <dgm:pt modelId="{F0C83A1F-028D-46EA-82D9-395909D35666}" type="parTrans" cxnId="{0C6A7DCA-3D30-489A-965D-D825EAF6147C}">
      <dgm:prSet/>
      <dgm:spPr/>
      <dgm:t>
        <a:bodyPr/>
        <a:lstStyle/>
        <a:p>
          <a:endParaRPr lang="en-US"/>
        </a:p>
      </dgm:t>
    </dgm:pt>
    <dgm:pt modelId="{82DB2827-7B3A-4DB3-85D1-71449B002EFE}" type="sibTrans" cxnId="{0C6A7DCA-3D30-489A-965D-D825EAF6147C}">
      <dgm:prSet/>
      <dgm:spPr/>
      <dgm:t>
        <a:bodyPr/>
        <a:lstStyle/>
        <a:p>
          <a:endParaRPr lang="en-US"/>
        </a:p>
      </dgm:t>
    </dgm:pt>
    <dgm:pt modelId="{6B8BFDA1-C517-45D6-B7F9-54B92ADCF8BE}">
      <dgm:prSet phldrT="[Text]" phldr="0"/>
      <dgm:spPr/>
      <dgm:t>
        <a:bodyPr/>
        <a:lstStyle/>
        <a:p>
          <a:r>
            <a:rPr lang="en-US"/>
            <a:t>Agree</a:t>
          </a:r>
        </a:p>
      </dgm:t>
    </dgm:pt>
    <dgm:pt modelId="{9BE22C47-0A25-4932-86AF-DE35037ACE78}" type="parTrans" cxnId="{B5EB3483-3930-4036-98B0-939DFF768837}">
      <dgm:prSet/>
      <dgm:spPr/>
      <dgm:t>
        <a:bodyPr/>
        <a:lstStyle/>
        <a:p>
          <a:endParaRPr lang="en-US"/>
        </a:p>
      </dgm:t>
    </dgm:pt>
    <dgm:pt modelId="{6B5991CF-B6E9-450B-88A7-39FB31CB0E4D}" type="sibTrans" cxnId="{B5EB3483-3930-4036-98B0-939DFF768837}">
      <dgm:prSet/>
      <dgm:spPr/>
      <dgm:t>
        <a:bodyPr/>
        <a:lstStyle/>
        <a:p>
          <a:endParaRPr lang="en-US"/>
        </a:p>
      </dgm:t>
    </dgm:pt>
    <dgm:pt modelId="{DDB49D3B-F8B4-4713-AEBD-E1A8827D4E81}">
      <dgm:prSet phldrT="[Text]" phldr="0"/>
      <dgm:spPr/>
      <dgm:t>
        <a:bodyPr/>
        <a:lstStyle/>
        <a:p>
          <a:r>
            <a:rPr lang="en-US"/>
            <a:t>Plan</a:t>
          </a:r>
        </a:p>
      </dgm:t>
    </dgm:pt>
    <dgm:pt modelId="{7CBFCA39-FFB9-40C9-9732-F32850834298}" type="parTrans" cxnId="{75270264-A96E-4EB1-A6BC-DF4FF824B239}">
      <dgm:prSet/>
      <dgm:spPr/>
      <dgm:t>
        <a:bodyPr/>
        <a:lstStyle/>
        <a:p>
          <a:endParaRPr lang="en-US"/>
        </a:p>
      </dgm:t>
    </dgm:pt>
    <dgm:pt modelId="{0D545A7A-435A-4F7A-B37C-7595161C32A7}" type="sibTrans" cxnId="{75270264-A96E-4EB1-A6BC-DF4FF824B239}">
      <dgm:prSet/>
      <dgm:spPr/>
      <dgm:t>
        <a:bodyPr/>
        <a:lstStyle/>
        <a:p>
          <a:endParaRPr lang="en-US"/>
        </a:p>
      </dgm:t>
    </dgm:pt>
    <dgm:pt modelId="{6EEA4222-79C3-41A2-AE7D-E7CDAAA21161}">
      <dgm:prSet phldrT="[Text]" phldr="0"/>
      <dgm:spPr/>
      <dgm:t>
        <a:bodyPr/>
        <a:lstStyle/>
        <a:p>
          <a:r>
            <a:rPr lang="en-US"/>
            <a:t>Architecture</a:t>
          </a:r>
        </a:p>
      </dgm:t>
    </dgm:pt>
    <dgm:pt modelId="{8B99391E-0BD1-4371-BDE3-02BF6FA7EC57}" type="parTrans" cxnId="{F2FE89DD-BFA0-4EA9-A12B-A847154E5732}">
      <dgm:prSet/>
      <dgm:spPr/>
      <dgm:t>
        <a:bodyPr/>
        <a:lstStyle/>
        <a:p>
          <a:endParaRPr lang="en-US"/>
        </a:p>
      </dgm:t>
    </dgm:pt>
    <dgm:pt modelId="{530336BC-A584-4226-A8D3-F098DBD31F83}" type="sibTrans" cxnId="{F2FE89DD-BFA0-4EA9-A12B-A847154E5732}">
      <dgm:prSet/>
      <dgm:spPr/>
      <dgm:t>
        <a:bodyPr/>
        <a:lstStyle/>
        <a:p>
          <a:endParaRPr lang="en-US"/>
        </a:p>
      </dgm:t>
    </dgm:pt>
    <dgm:pt modelId="{018E294E-4642-464E-B19B-5883E12ADF59}">
      <dgm:prSet phldrT="[Text]" phldr="0"/>
      <dgm:spPr/>
      <dgm:t>
        <a:bodyPr/>
        <a:lstStyle/>
        <a:p>
          <a:r>
            <a:rPr lang="en-US"/>
            <a:t>Deliver</a:t>
          </a:r>
        </a:p>
      </dgm:t>
    </dgm:pt>
    <dgm:pt modelId="{DFF0BA3E-E1F6-42C2-BE90-DF6EDD723BF4}" type="parTrans" cxnId="{DA77BCE4-4B1B-4E6B-8DBC-8F028B09E7BD}">
      <dgm:prSet/>
      <dgm:spPr/>
      <dgm:t>
        <a:bodyPr/>
        <a:lstStyle/>
        <a:p>
          <a:endParaRPr lang="en-US"/>
        </a:p>
      </dgm:t>
    </dgm:pt>
    <dgm:pt modelId="{A1A2102F-A34A-4B9A-BC94-5E20A7CF7960}" type="sibTrans" cxnId="{DA77BCE4-4B1B-4E6B-8DBC-8F028B09E7BD}">
      <dgm:prSet/>
      <dgm:spPr/>
      <dgm:t>
        <a:bodyPr/>
        <a:lstStyle/>
        <a:p>
          <a:endParaRPr lang="en-US"/>
        </a:p>
      </dgm:t>
    </dgm:pt>
    <dgm:pt modelId="{ECF5B306-CB85-4DEB-8D21-20E04B05DC69}">
      <dgm:prSet phldrT="[Text]" phldr="0"/>
      <dgm:spPr/>
      <dgm:t>
        <a:bodyPr/>
        <a:lstStyle/>
        <a:p>
          <a:r>
            <a:rPr lang="en-US"/>
            <a:t>Implement</a:t>
          </a:r>
        </a:p>
      </dgm:t>
    </dgm:pt>
    <dgm:pt modelId="{0868C66E-0153-4221-AEE7-C79D93D1400E}" type="parTrans" cxnId="{88A358F9-A4B1-4CB8-BFE9-7F189AE5681E}">
      <dgm:prSet/>
      <dgm:spPr/>
      <dgm:t>
        <a:bodyPr/>
        <a:lstStyle/>
        <a:p>
          <a:endParaRPr lang="en-US"/>
        </a:p>
      </dgm:t>
    </dgm:pt>
    <dgm:pt modelId="{14525B04-246D-4307-A523-77C267F68FF7}" type="sibTrans" cxnId="{88A358F9-A4B1-4CB8-BFE9-7F189AE5681E}">
      <dgm:prSet/>
      <dgm:spPr/>
      <dgm:t>
        <a:bodyPr/>
        <a:lstStyle/>
        <a:p>
          <a:endParaRPr lang="en-US"/>
        </a:p>
      </dgm:t>
    </dgm:pt>
    <dgm:pt modelId="{79858A7E-6A38-4DC3-9CE6-77A93BB96BDC}">
      <dgm:prSet phldrT="[Text]" phldr="0"/>
      <dgm:spPr/>
      <dgm:t>
        <a:bodyPr/>
        <a:lstStyle/>
        <a:p>
          <a:r>
            <a:rPr lang="en-US"/>
            <a:t>Verify</a:t>
          </a:r>
        </a:p>
      </dgm:t>
    </dgm:pt>
    <dgm:pt modelId="{2DB31615-5BAA-483B-B784-F1DD3E84AA7D}" type="parTrans" cxnId="{8999BFCF-8A70-4010-8545-823DD2306EA9}">
      <dgm:prSet/>
      <dgm:spPr/>
      <dgm:t>
        <a:bodyPr/>
        <a:lstStyle/>
        <a:p>
          <a:endParaRPr lang="en-US"/>
        </a:p>
      </dgm:t>
    </dgm:pt>
    <dgm:pt modelId="{A87F5F18-E9D2-4EA5-B6B2-3E4A0ACB3155}" type="sibTrans" cxnId="{8999BFCF-8A70-4010-8545-823DD2306EA9}">
      <dgm:prSet/>
      <dgm:spPr/>
      <dgm:t>
        <a:bodyPr/>
        <a:lstStyle/>
        <a:p>
          <a:endParaRPr lang="en-US"/>
        </a:p>
      </dgm:t>
    </dgm:pt>
    <dgm:pt modelId="{0DEE272D-999F-4031-A2DA-DE5452457597}">
      <dgm:prSet phldrT="[Text]" phldr="0"/>
      <dgm:spPr/>
      <dgm:t>
        <a:bodyPr/>
        <a:lstStyle/>
        <a:p>
          <a:r>
            <a:rPr lang="en-US"/>
            <a:t>Learn</a:t>
          </a:r>
        </a:p>
      </dgm:t>
    </dgm:pt>
    <dgm:pt modelId="{0B942ED3-2BBA-4865-A0EE-7507A20A51DA}" type="parTrans" cxnId="{248041ED-1694-4C0B-B925-4687D6F6B04D}">
      <dgm:prSet/>
      <dgm:spPr/>
      <dgm:t>
        <a:bodyPr/>
        <a:lstStyle/>
        <a:p>
          <a:endParaRPr lang="en-US"/>
        </a:p>
      </dgm:t>
    </dgm:pt>
    <dgm:pt modelId="{2C658149-509A-4191-87D9-9741C4A10016}" type="sibTrans" cxnId="{248041ED-1694-4C0B-B925-4687D6F6B04D}">
      <dgm:prSet/>
      <dgm:spPr/>
      <dgm:t>
        <a:bodyPr/>
        <a:lstStyle/>
        <a:p>
          <a:endParaRPr lang="en-US"/>
        </a:p>
      </dgm:t>
    </dgm:pt>
    <dgm:pt modelId="{370B6851-4AE7-4F7E-AE44-F04F10DC23BC}">
      <dgm:prSet phldrT="[Text]" phldr="0"/>
      <dgm:spPr/>
      <dgm:t>
        <a:bodyPr/>
        <a:lstStyle/>
        <a:p>
          <a:r>
            <a:rPr lang="en-US"/>
            <a:t>Design</a:t>
          </a:r>
        </a:p>
      </dgm:t>
    </dgm:pt>
    <dgm:pt modelId="{9B4B3AF1-75CB-41BC-8112-2E9184A21DA1}" type="parTrans" cxnId="{74AD9A9C-FAFB-4661-9032-0ED0436E792E}">
      <dgm:prSet/>
      <dgm:spPr/>
      <dgm:t>
        <a:bodyPr/>
        <a:lstStyle/>
        <a:p>
          <a:endParaRPr lang="en-US"/>
        </a:p>
      </dgm:t>
    </dgm:pt>
    <dgm:pt modelId="{5F4D3D48-014F-460F-ACC8-CEB575D2F28D}" type="sibTrans" cxnId="{74AD9A9C-FAFB-4661-9032-0ED0436E792E}">
      <dgm:prSet/>
      <dgm:spPr/>
      <dgm:t>
        <a:bodyPr/>
        <a:lstStyle/>
        <a:p>
          <a:endParaRPr lang="en-US"/>
        </a:p>
      </dgm:t>
    </dgm:pt>
    <dgm:pt modelId="{7EDC8E03-5825-406F-A4BD-30AAD0EC7FAC}">
      <dgm:prSet phldrT="[Text]" phldr="0"/>
      <dgm:spPr/>
      <dgm:t>
        <a:bodyPr/>
        <a:lstStyle/>
        <a:p>
          <a:r>
            <a:rPr lang="en-US"/>
            <a:t>Refactor</a:t>
          </a:r>
        </a:p>
      </dgm:t>
    </dgm:pt>
    <dgm:pt modelId="{2781D141-F908-49AA-B903-9986A3909A47}" type="parTrans" cxnId="{E4B8F8F9-C45C-465E-9937-246885C14471}">
      <dgm:prSet/>
      <dgm:spPr/>
      <dgm:t>
        <a:bodyPr/>
        <a:lstStyle/>
        <a:p>
          <a:endParaRPr lang="en-US"/>
        </a:p>
      </dgm:t>
    </dgm:pt>
    <dgm:pt modelId="{A016FF23-F5F1-4F77-82DF-86C0B3AA7414}" type="sibTrans" cxnId="{E4B8F8F9-C45C-465E-9937-246885C14471}">
      <dgm:prSet/>
      <dgm:spPr/>
      <dgm:t>
        <a:bodyPr/>
        <a:lstStyle/>
        <a:p>
          <a:endParaRPr lang="en-US"/>
        </a:p>
      </dgm:t>
    </dgm:pt>
    <dgm:pt modelId="{B51B74BF-6B26-48A8-996C-44436C369E0D}">
      <dgm:prSet phldrT="[Text]" phldr="0"/>
      <dgm:spPr/>
      <dgm:t>
        <a:bodyPr/>
        <a:lstStyle/>
        <a:p>
          <a:r>
            <a:rPr lang="en-US"/>
            <a:t>Observe</a:t>
          </a:r>
        </a:p>
      </dgm:t>
    </dgm:pt>
    <dgm:pt modelId="{71F1F195-B1E0-4E9D-BBA6-B3A728158DBA}" type="parTrans" cxnId="{8C4CFAA6-02CC-457E-B141-9DE3C4E8D579}">
      <dgm:prSet/>
      <dgm:spPr/>
      <dgm:t>
        <a:bodyPr/>
        <a:lstStyle/>
        <a:p>
          <a:endParaRPr lang="en-US"/>
        </a:p>
      </dgm:t>
    </dgm:pt>
    <dgm:pt modelId="{A20429F5-3D52-4F75-B574-96AFF8762DD7}" type="sibTrans" cxnId="{8C4CFAA6-02CC-457E-B141-9DE3C4E8D579}">
      <dgm:prSet/>
      <dgm:spPr/>
      <dgm:t>
        <a:bodyPr/>
        <a:lstStyle/>
        <a:p>
          <a:endParaRPr lang="en-US"/>
        </a:p>
      </dgm:t>
    </dgm:pt>
    <dgm:pt modelId="{0832F0D3-C38F-4741-9355-25D639B8FD56}" type="pres">
      <dgm:prSet presAssocID="{8B9726B1-A9B1-4377-A966-E48AE8058C38}" presName="Name0" presStyleCnt="0">
        <dgm:presLayoutVars>
          <dgm:dir/>
          <dgm:animLvl val="lvl"/>
          <dgm:resizeHandles val="exact"/>
        </dgm:presLayoutVars>
      </dgm:prSet>
      <dgm:spPr/>
    </dgm:pt>
    <dgm:pt modelId="{6A235DFF-0DE4-4C35-BA2F-89E45F2687EE}" type="pres">
      <dgm:prSet presAssocID="{8B9726B1-A9B1-4377-A966-E48AE8058C38}" presName="tSp" presStyleCnt="0"/>
      <dgm:spPr/>
    </dgm:pt>
    <dgm:pt modelId="{EDACCC3B-7263-49BD-BC2A-FA7C973DF410}" type="pres">
      <dgm:prSet presAssocID="{8B9726B1-A9B1-4377-A966-E48AE8058C38}" presName="bSp" presStyleCnt="0"/>
      <dgm:spPr/>
    </dgm:pt>
    <dgm:pt modelId="{99982E5A-92BD-479A-A1AB-AFBE164608FB}" type="pres">
      <dgm:prSet presAssocID="{8B9726B1-A9B1-4377-A966-E48AE8058C38}" presName="process" presStyleCnt="0"/>
      <dgm:spPr/>
    </dgm:pt>
    <dgm:pt modelId="{47104B61-BC00-4283-915E-D87C41B98FB3}" type="pres">
      <dgm:prSet presAssocID="{CC1AAD27-0E9B-422B-BEBC-29F0ED1B0E82}" presName="composite1" presStyleCnt="0"/>
      <dgm:spPr/>
    </dgm:pt>
    <dgm:pt modelId="{C716E2E7-DCE5-4673-B2BE-26083B9C5801}" type="pres">
      <dgm:prSet presAssocID="{CC1AAD27-0E9B-422B-BEBC-29F0ED1B0E82}" presName="dummyNode1" presStyleLbl="node1" presStyleIdx="0" presStyleCnt="4"/>
      <dgm:spPr/>
    </dgm:pt>
    <dgm:pt modelId="{DB7F229A-0B69-46D0-BB7F-0ABEB7E93D53}" type="pres">
      <dgm:prSet presAssocID="{CC1AAD27-0E9B-422B-BEBC-29F0ED1B0E82}" presName="childNode1" presStyleLbl="bgAcc1" presStyleIdx="0" presStyleCnt="4">
        <dgm:presLayoutVars>
          <dgm:bulletEnabled val="1"/>
        </dgm:presLayoutVars>
      </dgm:prSet>
      <dgm:spPr/>
    </dgm:pt>
    <dgm:pt modelId="{E9B38DAD-4EF6-4BC3-AF52-9F7E21CC5DFD}" type="pres">
      <dgm:prSet presAssocID="{CC1AAD27-0E9B-422B-BEBC-29F0ED1B0E82}" presName="childNode1tx" presStyleLbl="bgAcc1" presStyleIdx="0" presStyleCnt="4">
        <dgm:presLayoutVars>
          <dgm:bulletEnabled val="1"/>
        </dgm:presLayoutVars>
      </dgm:prSet>
      <dgm:spPr/>
    </dgm:pt>
    <dgm:pt modelId="{B6461068-C01E-4442-949F-00F522FA5CB6}" type="pres">
      <dgm:prSet presAssocID="{CC1AAD27-0E9B-422B-BEBC-29F0ED1B0E8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88F381FD-C111-4100-84AC-D799F3D50EAB}" type="pres">
      <dgm:prSet presAssocID="{CC1AAD27-0E9B-422B-BEBC-29F0ED1B0E82}" presName="connSite1" presStyleCnt="0"/>
      <dgm:spPr/>
    </dgm:pt>
    <dgm:pt modelId="{FDFB0257-43AA-427F-A649-CB72EA65DA72}" type="pres">
      <dgm:prSet presAssocID="{6277C948-727C-40B3-9770-E36E602EECC1}" presName="Name9" presStyleLbl="sibTrans2D1" presStyleIdx="0" presStyleCnt="3"/>
      <dgm:spPr/>
    </dgm:pt>
    <dgm:pt modelId="{45CB65D8-D227-485D-A369-365996EFF49C}" type="pres">
      <dgm:prSet presAssocID="{DDB49D3B-F8B4-4713-AEBD-E1A8827D4E81}" presName="composite2" presStyleCnt="0"/>
      <dgm:spPr/>
    </dgm:pt>
    <dgm:pt modelId="{04EBFA11-34BD-4CE0-938B-E8149FAA0E09}" type="pres">
      <dgm:prSet presAssocID="{DDB49D3B-F8B4-4713-AEBD-E1A8827D4E81}" presName="dummyNode2" presStyleLbl="node1" presStyleIdx="0" presStyleCnt="4"/>
      <dgm:spPr/>
    </dgm:pt>
    <dgm:pt modelId="{BA30F5F3-A0AC-43B9-8142-8246FF0EA806}" type="pres">
      <dgm:prSet presAssocID="{DDB49D3B-F8B4-4713-AEBD-E1A8827D4E81}" presName="childNode2" presStyleLbl="bgAcc1" presStyleIdx="1" presStyleCnt="4">
        <dgm:presLayoutVars>
          <dgm:bulletEnabled val="1"/>
        </dgm:presLayoutVars>
      </dgm:prSet>
      <dgm:spPr/>
    </dgm:pt>
    <dgm:pt modelId="{CEE9F94C-DFE0-495E-BBAE-4E5FD5DE3A7D}" type="pres">
      <dgm:prSet presAssocID="{DDB49D3B-F8B4-4713-AEBD-E1A8827D4E81}" presName="childNode2tx" presStyleLbl="bgAcc1" presStyleIdx="1" presStyleCnt="4">
        <dgm:presLayoutVars>
          <dgm:bulletEnabled val="1"/>
        </dgm:presLayoutVars>
      </dgm:prSet>
      <dgm:spPr/>
    </dgm:pt>
    <dgm:pt modelId="{DE62D5E8-E166-451E-B188-EEEC6C595840}" type="pres">
      <dgm:prSet presAssocID="{DDB49D3B-F8B4-4713-AEBD-E1A8827D4E8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4C80B3AE-FD81-4C23-BCAA-79A1337E783F}" type="pres">
      <dgm:prSet presAssocID="{DDB49D3B-F8B4-4713-AEBD-E1A8827D4E81}" presName="connSite2" presStyleCnt="0"/>
      <dgm:spPr/>
    </dgm:pt>
    <dgm:pt modelId="{C441C8A2-5913-4FD8-87E5-DD1C064FCCB4}" type="pres">
      <dgm:prSet presAssocID="{0D545A7A-435A-4F7A-B37C-7595161C32A7}" presName="Name18" presStyleLbl="sibTrans2D1" presStyleIdx="1" presStyleCnt="3"/>
      <dgm:spPr/>
    </dgm:pt>
    <dgm:pt modelId="{8BBB83C7-B2DC-47FF-98C6-DBDE1FEF78FA}" type="pres">
      <dgm:prSet presAssocID="{018E294E-4642-464E-B19B-5883E12ADF59}" presName="composite1" presStyleCnt="0"/>
      <dgm:spPr/>
    </dgm:pt>
    <dgm:pt modelId="{3BB39E99-9F45-4FD3-BFF0-8D4541DA1114}" type="pres">
      <dgm:prSet presAssocID="{018E294E-4642-464E-B19B-5883E12ADF59}" presName="dummyNode1" presStyleLbl="node1" presStyleIdx="1" presStyleCnt="4"/>
      <dgm:spPr/>
    </dgm:pt>
    <dgm:pt modelId="{3A828E8A-AA0C-41B4-8757-E95857D84457}" type="pres">
      <dgm:prSet presAssocID="{018E294E-4642-464E-B19B-5883E12ADF59}" presName="childNode1" presStyleLbl="bgAcc1" presStyleIdx="2" presStyleCnt="4">
        <dgm:presLayoutVars>
          <dgm:bulletEnabled val="1"/>
        </dgm:presLayoutVars>
      </dgm:prSet>
      <dgm:spPr/>
    </dgm:pt>
    <dgm:pt modelId="{7B25A4B0-3851-4B9C-9528-E6AAF35D5CF9}" type="pres">
      <dgm:prSet presAssocID="{018E294E-4642-464E-B19B-5883E12ADF59}" presName="childNode1tx" presStyleLbl="bgAcc1" presStyleIdx="2" presStyleCnt="4">
        <dgm:presLayoutVars>
          <dgm:bulletEnabled val="1"/>
        </dgm:presLayoutVars>
      </dgm:prSet>
      <dgm:spPr/>
    </dgm:pt>
    <dgm:pt modelId="{D58CC7C9-FD70-425E-9A28-A2FF67A6DE09}" type="pres">
      <dgm:prSet presAssocID="{018E294E-4642-464E-B19B-5883E12ADF5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B68BE897-8B12-4066-949B-43F328CB62DD}" type="pres">
      <dgm:prSet presAssocID="{018E294E-4642-464E-B19B-5883E12ADF59}" presName="connSite1" presStyleCnt="0"/>
      <dgm:spPr/>
    </dgm:pt>
    <dgm:pt modelId="{95A92BA0-0C3F-48D6-AF32-FEDD0259DF23}" type="pres">
      <dgm:prSet presAssocID="{A1A2102F-A34A-4B9A-BC94-5E20A7CF7960}" presName="Name9" presStyleLbl="sibTrans2D1" presStyleIdx="2" presStyleCnt="3"/>
      <dgm:spPr/>
    </dgm:pt>
    <dgm:pt modelId="{598D0633-828F-4ED1-954D-3EF18235F067}" type="pres">
      <dgm:prSet presAssocID="{0DEE272D-999F-4031-A2DA-DE5452457597}" presName="composite2" presStyleCnt="0"/>
      <dgm:spPr/>
    </dgm:pt>
    <dgm:pt modelId="{1BFF593E-D277-426A-84EF-7608CC2804DA}" type="pres">
      <dgm:prSet presAssocID="{0DEE272D-999F-4031-A2DA-DE5452457597}" presName="dummyNode2" presStyleLbl="node1" presStyleIdx="2" presStyleCnt="4"/>
      <dgm:spPr/>
    </dgm:pt>
    <dgm:pt modelId="{1866FEF6-60A0-4C27-A5D2-7E57C300143E}" type="pres">
      <dgm:prSet presAssocID="{0DEE272D-999F-4031-A2DA-DE5452457597}" presName="childNode2" presStyleLbl="bgAcc1" presStyleIdx="3" presStyleCnt="4">
        <dgm:presLayoutVars>
          <dgm:bulletEnabled val="1"/>
        </dgm:presLayoutVars>
      </dgm:prSet>
      <dgm:spPr/>
    </dgm:pt>
    <dgm:pt modelId="{21D53281-0C49-4723-8053-75D9F507D545}" type="pres">
      <dgm:prSet presAssocID="{0DEE272D-999F-4031-A2DA-DE5452457597}" presName="childNode2tx" presStyleLbl="bgAcc1" presStyleIdx="3" presStyleCnt="4">
        <dgm:presLayoutVars>
          <dgm:bulletEnabled val="1"/>
        </dgm:presLayoutVars>
      </dgm:prSet>
      <dgm:spPr/>
    </dgm:pt>
    <dgm:pt modelId="{F1FE927F-CE20-4462-B093-09F7BBE0E4CD}" type="pres">
      <dgm:prSet presAssocID="{0DEE272D-999F-4031-A2DA-DE5452457597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9BC62566-43EB-408C-9669-C6FF3AB5F73D}" type="pres">
      <dgm:prSet presAssocID="{0DEE272D-999F-4031-A2DA-DE5452457597}" presName="connSite2" presStyleCnt="0"/>
      <dgm:spPr/>
    </dgm:pt>
  </dgm:ptLst>
  <dgm:cxnLst>
    <dgm:cxn modelId="{75F3A106-A692-4212-BCEE-4A5A2BBE81D6}" type="presOf" srcId="{DDB49D3B-F8B4-4713-AEBD-E1A8827D4E81}" destId="{DE62D5E8-E166-451E-B188-EEEC6C595840}" srcOrd="0" destOrd="0" presId="urn:microsoft.com/office/officeart/2005/8/layout/hProcess4"/>
    <dgm:cxn modelId="{CE4F9B09-DCF7-4E9C-97D4-643C30F084BA}" type="presOf" srcId="{0D545A7A-435A-4F7A-B37C-7595161C32A7}" destId="{C441C8A2-5913-4FD8-87E5-DD1C064FCCB4}" srcOrd="0" destOrd="0" presId="urn:microsoft.com/office/officeart/2005/8/layout/hProcess4"/>
    <dgm:cxn modelId="{66E1BE2A-B2C1-4698-96A1-6D698F5E5843}" type="presOf" srcId="{79858A7E-6A38-4DC3-9CE6-77A93BB96BDC}" destId="{7B25A4B0-3851-4B9C-9528-E6AAF35D5CF9}" srcOrd="1" destOrd="1" presId="urn:microsoft.com/office/officeart/2005/8/layout/hProcess4"/>
    <dgm:cxn modelId="{322C312D-D54C-4C5D-A138-316C79977606}" type="presOf" srcId="{6B8BFDA1-C517-45D6-B7F9-54B92ADCF8BE}" destId="{DB7F229A-0B69-46D0-BB7F-0ABEB7E93D53}" srcOrd="0" destOrd="1" presId="urn:microsoft.com/office/officeart/2005/8/layout/hProcess4"/>
    <dgm:cxn modelId="{D534842F-188F-4ABE-A27C-30846901FBC8}" type="presOf" srcId="{ECF5B306-CB85-4DEB-8D21-20E04B05DC69}" destId="{7B25A4B0-3851-4B9C-9528-E6AAF35D5CF9}" srcOrd="1" destOrd="0" presId="urn:microsoft.com/office/officeart/2005/8/layout/hProcess4"/>
    <dgm:cxn modelId="{BAE6CB3A-3B62-4F74-AF40-A5E1F8205649}" type="presOf" srcId="{7EDC8E03-5825-406F-A4BD-30AAD0EC7FAC}" destId="{1866FEF6-60A0-4C27-A5D2-7E57C300143E}" srcOrd="0" destOrd="0" presId="urn:microsoft.com/office/officeart/2005/8/layout/hProcess4"/>
    <dgm:cxn modelId="{75270264-A96E-4EB1-A6BC-DF4FF824B239}" srcId="{8B9726B1-A9B1-4377-A966-E48AE8058C38}" destId="{DDB49D3B-F8B4-4713-AEBD-E1A8827D4E81}" srcOrd="1" destOrd="0" parTransId="{7CBFCA39-FFB9-40C9-9732-F32850834298}" sibTransId="{0D545A7A-435A-4F7A-B37C-7595161C32A7}"/>
    <dgm:cxn modelId="{E90E484C-5024-4486-B16C-78646CAB87E3}" type="presOf" srcId="{6EEA4222-79C3-41A2-AE7D-E7CDAAA21161}" destId="{BA30F5F3-A0AC-43B9-8142-8246FF0EA806}" srcOrd="0" destOrd="0" presId="urn:microsoft.com/office/officeart/2005/8/layout/hProcess4"/>
    <dgm:cxn modelId="{86BAB651-897A-436C-B3C5-9DD1C4163F4A}" type="presOf" srcId="{79858A7E-6A38-4DC3-9CE6-77A93BB96BDC}" destId="{3A828E8A-AA0C-41B4-8757-E95857D84457}" srcOrd="0" destOrd="1" presId="urn:microsoft.com/office/officeart/2005/8/layout/hProcess4"/>
    <dgm:cxn modelId="{F09BAC52-1367-4766-9716-77760C95550A}" type="presOf" srcId="{CC1AAD27-0E9B-422B-BEBC-29F0ED1B0E82}" destId="{B6461068-C01E-4442-949F-00F522FA5CB6}" srcOrd="0" destOrd="0" presId="urn:microsoft.com/office/officeart/2005/8/layout/hProcess4"/>
    <dgm:cxn modelId="{69AF4459-1335-47A4-8EF5-8FF8289E102B}" type="presOf" srcId="{AAC1EDE6-5FCE-4E01-BC80-7A4E724503EF}" destId="{E9B38DAD-4EF6-4BC3-AF52-9F7E21CC5DFD}" srcOrd="1" destOrd="0" presId="urn:microsoft.com/office/officeart/2005/8/layout/hProcess4"/>
    <dgm:cxn modelId="{060E037E-407A-443B-98FD-38E31F70118E}" type="presOf" srcId="{6EEA4222-79C3-41A2-AE7D-E7CDAAA21161}" destId="{CEE9F94C-DFE0-495E-BBAE-4E5FD5DE3A7D}" srcOrd="1" destOrd="0" presId="urn:microsoft.com/office/officeart/2005/8/layout/hProcess4"/>
    <dgm:cxn modelId="{A5C02C7F-3846-4D6D-B46C-06BB228CDE19}" type="presOf" srcId="{A1A2102F-A34A-4B9A-BC94-5E20A7CF7960}" destId="{95A92BA0-0C3F-48D6-AF32-FEDD0259DF23}" srcOrd="0" destOrd="0" presId="urn:microsoft.com/office/officeart/2005/8/layout/hProcess4"/>
    <dgm:cxn modelId="{B5EB3483-3930-4036-98B0-939DFF768837}" srcId="{CC1AAD27-0E9B-422B-BEBC-29F0ED1B0E82}" destId="{6B8BFDA1-C517-45D6-B7F9-54B92ADCF8BE}" srcOrd="1" destOrd="0" parTransId="{9BE22C47-0A25-4932-86AF-DE35037ACE78}" sibTransId="{6B5991CF-B6E9-450B-88A7-39FB31CB0E4D}"/>
    <dgm:cxn modelId="{1BA32085-9DB5-4A7F-BD4F-ADA54F7F5E35}" srcId="{8B9726B1-A9B1-4377-A966-E48AE8058C38}" destId="{CC1AAD27-0E9B-422B-BEBC-29F0ED1B0E82}" srcOrd="0" destOrd="0" parTransId="{24F33B4D-FA43-461C-B3A6-D3900A60EB8F}" sibTransId="{6277C948-727C-40B3-9770-E36E602EECC1}"/>
    <dgm:cxn modelId="{45263299-E81A-4B05-B326-335C8ABC1201}" type="presOf" srcId="{B51B74BF-6B26-48A8-996C-44436C369E0D}" destId="{21D53281-0C49-4723-8053-75D9F507D545}" srcOrd="1" destOrd="1" presId="urn:microsoft.com/office/officeart/2005/8/layout/hProcess4"/>
    <dgm:cxn modelId="{74AD9A9C-FAFB-4661-9032-0ED0436E792E}" srcId="{DDB49D3B-F8B4-4713-AEBD-E1A8827D4E81}" destId="{370B6851-4AE7-4F7E-AE44-F04F10DC23BC}" srcOrd="1" destOrd="0" parTransId="{9B4B3AF1-75CB-41BC-8112-2E9184A21DA1}" sibTransId="{5F4D3D48-014F-460F-ACC8-CEB575D2F28D}"/>
    <dgm:cxn modelId="{9638249E-122E-4FA3-83E1-DCEF2E8AB568}" type="presOf" srcId="{6277C948-727C-40B3-9770-E36E602EECC1}" destId="{FDFB0257-43AA-427F-A649-CB72EA65DA72}" srcOrd="0" destOrd="0" presId="urn:microsoft.com/office/officeart/2005/8/layout/hProcess4"/>
    <dgm:cxn modelId="{20C2D7A2-2978-4D5D-B768-C02A5A620984}" type="presOf" srcId="{ECF5B306-CB85-4DEB-8D21-20E04B05DC69}" destId="{3A828E8A-AA0C-41B4-8757-E95857D84457}" srcOrd="0" destOrd="0" presId="urn:microsoft.com/office/officeart/2005/8/layout/hProcess4"/>
    <dgm:cxn modelId="{8C4CFAA6-02CC-457E-B141-9DE3C4E8D579}" srcId="{0DEE272D-999F-4031-A2DA-DE5452457597}" destId="{B51B74BF-6B26-48A8-996C-44436C369E0D}" srcOrd="1" destOrd="0" parTransId="{71F1F195-B1E0-4E9D-BBA6-B3A728158DBA}" sibTransId="{A20429F5-3D52-4F75-B574-96AFF8762DD7}"/>
    <dgm:cxn modelId="{127452B8-BD6E-44F6-8741-0485424F663C}" type="presOf" srcId="{0DEE272D-999F-4031-A2DA-DE5452457597}" destId="{F1FE927F-CE20-4462-B093-09F7BBE0E4CD}" srcOrd="0" destOrd="0" presId="urn:microsoft.com/office/officeart/2005/8/layout/hProcess4"/>
    <dgm:cxn modelId="{ACF312BC-7ED1-4BF8-8CE2-0A2C8AD90197}" type="presOf" srcId="{8B9726B1-A9B1-4377-A966-E48AE8058C38}" destId="{0832F0D3-C38F-4741-9355-25D639B8FD56}" srcOrd="0" destOrd="0" presId="urn:microsoft.com/office/officeart/2005/8/layout/hProcess4"/>
    <dgm:cxn modelId="{29C685BF-049F-4AF6-A44D-38267350FDCC}" type="presOf" srcId="{B51B74BF-6B26-48A8-996C-44436C369E0D}" destId="{1866FEF6-60A0-4C27-A5D2-7E57C300143E}" srcOrd="0" destOrd="1" presId="urn:microsoft.com/office/officeart/2005/8/layout/hProcess4"/>
    <dgm:cxn modelId="{0C6A7DCA-3D30-489A-965D-D825EAF6147C}" srcId="{CC1AAD27-0E9B-422B-BEBC-29F0ED1B0E82}" destId="{AAC1EDE6-5FCE-4E01-BC80-7A4E724503EF}" srcOrd="0" destOrd="0" parTransId="{F0C83A1F-028D-46EA-82D9-395909D35666}" sibTransId="{82DB2827-7B3A-4DB3-85D1-71449B002EFE}"/>
    <dgm:cxn modelId="{955F91CA-2B94-41B7-8A7E-10A23756B7CE}" type="presOf" srcId="{AAC1EDE6-5FCE-4E01-BC80-7A4E724503EF}" destId="{DB7F229A-0B69-46D0-BB7F-0ABEB7E93D53}" srcOrd="0" destOrd="0" presId="urn:microsoft.com/office/officeart/2005/8/layout/hProcess4"/>
    <dgm:cxn modelId="{8999BFCF-8A70-4010-8545-823DD2306EA9}" srcId="{018E294E-4642-464E-B19B-5883E12ADF59}" destId="{79858A7E-6A38-4DC3-9CE6-77A93BB96BDC}" srcOrd="1" destOrd="0" parTransId="{2DB31615-5BAA-483B-B784-F1DD3E84AA7D}" sibTransId="{A87F5F18-E9D2-4EA5-B6B2-3E4A0ACB3155}"/>
    <dgm:cxn modelId="{D702A9D7-72A6-4FCE-BC0A-E26D14F81CB5}" type="presOf" srcId="{7EDC8E03-5825-406F-A4BD-30AAD0EC7FAC}" destId="{21D53281-0C49-4723-8053-75D9F507D545}" srcOrd="1" destOrd="0" presId="urn:microsoft.com/office/officeart/2005/8/layout/hProcess4"/>
    <dgm:cxn modelId="{0069A4DA-18CD-4063-8D9B-61AF23959532}" type="presOf" srcId="{370B6851-4AE7-4F7E-AE44-F04F10DC23BC}" destId="{CEE9F94C-DFE0-495E-BBAE-4E5FD5DE3A7D}" srcOrd="1" destOrd="1" presId="urn:microsoft.com/office/officeart/2005/8/layout/hProcess4"/>
    <dgm:cxn modelId="{F2FE89DD-BFA0-4EA9-A12B-A847154E5732}" srcId="{DDB49D3B-F8B4-4713-AEBD-E1A8827D4E81}" destId="{6EEA4222-79C3-41A2-AE7D-E7CDAAA21161}" srcOrd="0" destOrd="0" parTransId="{8B99391E-0BD1-4371-BDE3-02BF6FA7EC57}" sibTransId="{530336BC-A584-4226-A8D3-F098DBD31F83}"/>
    <dgm:cxn modelId="{7D08E9DE-BD19-40BB-95AA-4BE9961E1BDF}" type="presOf" srcId="{018E294E-4642-464E-B19B-5883E12ADF59}" destId="{D58CC7C9-FD70-425E-9A28-A2FF67A6DE09}" srcOrd="0" destOrd="0" presId="urn:microsoft.com/office/officeart/2005/8/layout/hProcess4"/>
    <dgm:cxn modelId="{DA77BCE4-4B1B-4E6B-8DBC-8F028B09E7BD}" srcId="{8B9726B1-A9B1-4377-A966-E48AE8058C38}" destId="{018E294E-4642-464E-B19B-5883E12ADF59}" srcOrd="2" destOrd="0" parTransId="{DFF0BA3E-E1F6-42C2-BE90-DF6EDD723BF4}" sibTransId="{A1A2102F-A34A-4B9A-BC94-5E20A7CF7960}"/>
    <dgm:cxn modelId="{248041ED-1694-4C0B-B925-4687D6F6B04D}" srcId="{8B9726B1-A9B1-4377-A966-E48AE8058C38}" destId="{0DEE272D-999F-4031-A2DA-DE5452457597}" srcOrd="3" destOrd="0" parTransId="{0B942ED3-2BBA-4865-A0EE-7507A20A51DA}" sibTransId="{2C658149-509A-4191-87D9-9741C4A10016}"/>
    <dgm:cxn modelId="{FB6C51F0-FD72-4241-B49F-12B8FEAA1A96}" type="presOf" srcId="{370B6851-4AE7-4F7E-AE44-F04F10DC23BC}" destId="{BA30F5F3-A0AC-43B9-8142-8246FF0EA806}" srcOrd="0" destOrd="1" presId="urn:microsoft.com/office/officeart/2005/8/layout/hProcess4"/>
    <dgm:cxn modelId="{88A358F9-A4B1-4CB8-BFE9-7F189AE5681E}" srcId="{018E294E-4642-464E-B19B-5883E12ADF59}" destId="{ECF5B306-CB85-4DEB-8D21-20E04B05DC69}" srcOrd="0" destOrd="0" parTransId="{0868C66E-0153-4221-AEE7-C79D93D1400E}" sibTransId="{14525B04-246D-4307-A523-77C267F68FF7}"/>
    <dgm:cxn modelId="{E4B8F8F9-C45C-465E-9937-246885C14471}" srcId="{0DEE272D-999F-4031-A2DA-DE5452457597}" destId="{7EDC8E03-5825-406F-A4BD-30AAD0EC7FAC}" srcOrd="0" destOrd="0" parTransId="{2781D141-F908-49AA-B903-9986A3909A47}" sibTransId="{A016FF23-F5F1-4F77-82DF-86C0B3AA7414}"/>
    <dgm:cxn modelId="{445318FE-9378-46E8-BA25-317E96A461BB}" type="presOf" srcId="{6B8BFDA1-C517-45D6-B7F9-54B92ADCF8BE}" destId="{E9B38DAD-4EF6-4BC3-AF52-9F7E21CC5DFD}" srcOrd="1" destOrd="1" presId="urn:microsoft.com/office/officeart/2005/8/layout/hProcess4"/>
    <dgm:cxn modelId="{6EB801A8-C37D-4D4E-A644-548E8F7FAEE6}" type="presParOf" srcId="{0832F0D3-C38F-4741-9355-25D639B8FD56}" destId="{6A235DFF-0DE4-4C35-BA2F-89E45F2687EE}" srcOrd="0" destOrd="0" presId="urn:microsoft.com/office/officeart/2005/8/layout/hProcess4"/>
    <dgm:cxn modelId="{0CA39DDF-E086-45D6-AE50-E590DFE13ED0}" type="presParOf" srcId="{0832F0D3-C38F-4741-9355-25D639B8FD56}" destId="{EDACCC3B-7263-49BD-BC2A-FA7C973DF410}" srcOrd="1" destOrd="0" presId="urn:microsoft.com/office/officeart/2005/8/layout/hProcess4"/>
    <dgm:cxn modelId="{23329FEF-A6CC-4A65-AB88-B5E07050E78D}" type="presParOf" srcId="{0832F0D3-C38F-4741-9355-25D639B8FD56}" destId="{99982E5A-92BD-479A-A1AB-AFBE164608FB}" srcOrd="2" destOrd="0" presId="urn:microsoft.com/office/officeart/2005/8/layout/hProcess4"/>
    <dgm:cxn modelId="{30A0D234-EA3C-47FB-8F3E-D5949FF7478F}" type="presParOf" srcId="{99982E5A-92BD-479A-A1AB-AFBE164608FB}" destId="{47104B61-BC00-4283-915E-D87C41B98FB3}" srcOrd="0" destOrd="0" presId="urn:microsoft.com/office/officeart/2005/8/layout/hProcess4"/>
    <dgm:cxn modelId="{1DB316F8-87CA-4DC9-97A3-5187ABC44E4D}" type="presParOf" srcId="{47104B61-BC00-4283-915E-D87C41B98FB3}" destId="{C716E2E7-DCE5-4673-B2BE-26083B9C5801}" srcOrd="0" destOrd="0" presId="urn:microsoft.com/office/officeart/2005/8/layout/hProcess4"/>
    <dgm:cxn modelId="{5496E162-4FAE-408E-A0C4-582F3390F546}" type="presParOf" srcId="{47104B61-BC00-4283-915E-D87C41B98FB3}" destId="{DB7F229A-0B69-46D0-BB7F-0ABEB7E93D53}" srcOrd="1" destOrd="0" presId="urn:microsoft.com/office/officeart/2005/8/layout/hProcess4"/>
    <dgm:cxn modelId="{D732ECB3-A431-4DC7-8C03-FBB9EFCF4D04}" type="presParOf" srcId="{47104B61-BC00-4283-915E-D87C41B98FB3}" destId="{E9B38DAD-4EF6-4BC3-AF52-9F7E21CC5DFD}" srcOrd="2" destOrd="0" presId="urn:microsoft.com/office/officeart/2005/8/layout/hProcess4"/>
    <dgm:cxn modelId="{84E8B59C-DD28-4C74-85C2-38552E6FE966}" type="presParOf" srcId="{47104B61-BC00-4283-915E-D87C41B98FB3}" destId="{B6461068-C01E-4442-949F-00F522FA5CB6}" srcOrd="3" destOrd="0" presId="urn:microsoft.com/office/officeart/2005/8/layout/hProcess4"/>
    <dgm:cxn modelId="{C6FEBB46-3C12-4324-8D89-D318A5606DB9}" type="presParOf" srcId="{47104B61-BC00-4283-915E-D87C41B98FB3}" destId="{88F381FD-C111-4100-84AC-D799F3D50EAB}" srcOrd="4" destOrd="0" presId="urn:microsoft.com/office/officeart/2005/8/layout/hProcess4"/>
    <dgm:cxn modelId="{A81875B5-42A6-4FFE-98B3-B0AAEEE26F00}" type="presParOf" srcId="{99982E5A-92BD-479A-A1AB-AFBE164608FB}" destId="{FDFB0257-43AA-427F-A649-CB72EA65DA72}" srcOrd="1" destOrd="0" presId="urn:microsoft.com/office/officeart/2005/8/layout/hProcess4"/>
    <dgm:cxn modelId="{E49D6D11-9101-481D-9FE7-75BF1762C72D}" type="presParOf" srcId="{99982E5A-92BD-479A-A1AB-AFBE164608FB}" destId="{45CB65D8-D227-485D-A369-365996EFF49C}" srcOrd="2" destOrd="0" presId="urn:microsoft.com/office/officeart/2005/8/layout/hProcess4"/>
    <dgm:cxn modelId="{5C5F96B4-F914-41DB-9C0C-EA43F812FE0C}" type="presParOf" srcId="{45CB65D8-D227-485D-A369-365996EFF49C}" destId="{04EBFA11-34BD-4CE0-938B-E8149FAA0E09}" srcOrd="0" destOrd="0" presId="urn:microsoft.com/office/officeart/2005/8/layout/hProcess4"/>
    <dgm:cxn modelId="{AF07B799-E499-4C6D-9C23-AA7E99D0813A}" type="presParOf" srcId="{45CB65D8-D227-485D-A369-365996EFF49C}" destId="{BA30F5F3-A0AC-43B9-8142-8246FF0EA806}" srcOrd="1" destOrd="0" presId="urn:microsoft.com/office/officeart/2005/8/layout/hProcess4"/>
    <dgm:cxn modelId="{E9CFA1FF-54A5-4F2B-8F94-28B5FB4D8234}" type="presParOf" srcId="{45CB65D8-D227-485D-A369-365996EFF49C}" destId="{CEE9F94C-DFE0-495E-BBAE-4E5FD5DE3A7D}" srcOrd="2" destOrd="0" presId="urn:microsoft.com/office/officeart/2005/8/layout/hProcess4"/>
    <dgm:cxn modelId="{BB0511D1-48C0-4D8E-BC41-1E36C84A2A78}" type="presParOf" srcId="{45CB65D8-D227-485D-A369-365996EFF49C}" destId="{DE62D5E8-E166-451E-B188-EEEC6C595840}" srcOrd="3" destOrd="0" presId="urn:microsoft.com/office/officeart/2005/8/layout/hProcess4"/>
    <dgm:cxn modelId="{6C160596-180B-4FB5-B30C-3254DFDF54B3}" type="presParOf" srcId="{45CB65D8-D227-485D-A369-365996EFF49C}" destId="{4C80B3AE-FD81-4C23-BCAA-79A1337E783F}" srcOrd="4" destOrd="0" presId="urn:microsoft.com/office/officeart/2005/8/layout/hProcess4"/>
    <dgm:cxn modelId="{9F1A9A6B-1C06-4458-B044-B32A838EA9AC}" type="presParOf" srcId="{99982E5A-92BD-479A-A1AB-AFBE164608FB}" destId="{C441C8A2-5913-4FD8-87E5-DD1C064FCCB4}" srcOrd="3" destOrd="0" presId="urn:microsoft.com/office/officeart/2005/8/layout/hProcess4"/>
    <dgm:cxn modelId="{486541FC-5404-4355-BEBD-1DEFA6ADC726}" type="presParOf" srcId="{99982E5A-92BD-479A-A1AB-AFBE164608FB}" destId="{8BBB83C7-B2DC-47FF-98C6-DBDE1FEF78FA}" srcOrd="4" destOrd="0" presId="urn:microsoft.com/office/officeart/2005/8/layout/hProcess4"/>
    <dgm:cxn modelId="{950F853C-C188-4890-94B3-6F6C7D9C386C}" type="presParOf" srcId="{8BBB83C7-B2DC-47FF-98C6-DBDE1FEF78FA}" destId="{3BB39E99-9F45-4FD3-BFF0-8D4541DA1114}" srcOrd="0" destOrd="0" presId="urn:microsoft.com/office/officeart/2005/8/layout/hProcess4"/>
    <dgm:cxn modelId="{F680DC25-D262-493B-85BB-91EBEE4592D6}" type="presParOf" srcId="{8BBB83C7-B2DC-47FF-98C6-DBDE1FEF78FA}" destId="{3A828E8A-AA0C-41B4-8757-E95857D84457}" srcOrd="1" destOrd="0" presId="urn:microsoft.com/office/officeart/2005/8/layout/hProcess4"/>
    <dgm:cxn modelId="{B2306EE0-498B-480B-BE9A-731C9B23CE05}" type="presParOf" srcId="{8BBB83C7-B2DC-47FF-98C6-DBDE1FEF78FA}" destId="{7B25A4B0-3851-4B9C-9528-E6AAF35D5CF9}" srcOrd="2" destOrd="0" presId="urn:microsoft.com/office/officeart/2005/8/layout/hProcess4"/>
    <dgm:cxn modelId="{71EC2E47-39D1-4672-9C2A-ED5336B41326}" type="presParOf" srcId="{8BBB83C7-B2DC-47FF-98C6-DBDE1FEF78FA}" destId="{D58CC7C9-FD70-425E-9A28-A2FF67A6DE09}" srcOrd="3" destOrd="0" presId="urn:microsoft.com/office/officeart/2005/8/layout/hProcess4"/>
    <dgm:cxn modelId="{AFA7015E-640B-4A3C-AF35-CE6E0E6C0155}" type="presParOf" srcId="{8BBB83C7-B2DC-47FF-98C6-DBDE1FEF78FA}" destId="{B68BE897-8B12-4066-949B-43F328CB62DD}" srcOrd="4" destOrd="0" presId="urn:microsoft.com/office/officeart/2005/8/layout/hProcess4"/>
    <dgm:cxn modelId="{F8AA96B1-4544-4917-B277-6037459BAAFE}" type="presParOf" srcId="{99982E5A-92BD-479A-A1AB-AFBE164608FB}" destId="{95A92BA0-0C3F-48D6-AF32-FEDD0259DF23}" srcOrd="5" destOrd="0" presId="urn:microsoft.com/office/officeart/2005/8/layout/hProcess4"/>
    <dgm:cxn modelId="{13BD8269-3AE6-4FF1-A313-1727D736DE4D}" type="presParOf" srcId="{99982E5A-92BD-479A-A1AB-AFBE164608FB}" destId="{598D0633-828F-4ED1-954D-3EF18235F067}" srcOrd="6" destOrd="0" presId="urn:microsoft.com/office/officeart/2005/8/layout/hProcess4"/>
    <dgm:cxn modelId="{C5A1070B-CD5C-4B8E-AE29-1499B9442C2C}" type="presParOf" srcId="{598D0633-828F-4ED1-954D-3EF18235F067}" destId="{1BFF593E-D277-426A-84EF-7608CC2804DA}" srcOrd="0" destOrd="0" presId="urn:microsoft.com/office/officeart/2005/8/layout/hProcess4"/>
    <dgm:cxn modelId="{B5553381-7941-4E9E-BF65-0151623AFB01}" type="presParOf" srcId="{598D0633-828F-4ED1-954D-3EF18235F067}" destId="{1866FEF6-60A0-4C27-A5D2-7E57C300143E}" srcOrd="1" destOrd="0" presId="urn:microsoft.com/office/officeart/2005/8/layout/hProcess4"/>
    <dgm:cxn modelId="{665AFC44-BA6E-4E1C-9C98-7940B5D868F2}" type="presParOf" srcId="{598D0633-828F-4ED1-954D-3EF18235F067}" destId="{21D53281-0C49-4723-8053-75D9F507D545}" srcOrd="2" destOrd="0" presId="urn:microsoft.com/office/officeart/2005/8/layout/hProcess4"/>
    <dgm:cxn modelId="{8286D478-CB2E-4DD0-8162-1E6A1103C81B}" type="presParOf" srcId="{598D0633-828F-4ED1-954D-3EF18235F067}" destId="{F1FE927F-CE20-4462-B093-09F7BBE0E4CD}" srcOrd="3" destOrd="0" presId="urn:microsoft.com/office/officeart/2005/8/layout/hProcess4"/>
    <dgm:cxn modelId="{C2393FC2-4873-4D41-BB33-A294CBA432C6}" type="presParOf" srcId="{598D0633-828F-4ED1-954D-3EF18235F067}" destId="{9BC62566-43EB-408C-9669-C6FF3AB5F73D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5BE33C-A57A-406D-887D-4EBCC93AF628}" type="doc">
      <dgm:prSet loTypeId="urn:microsoft.com/office/officeart/2005/8/layout/process5" loCatId="process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FDEA92A6-8FAD-40D5-B970-75DA54323BDF}">
      <dgm:prSet phldrT="[Text]" phldr="0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r>
            <a:rPr lang="en-US"/>
            <a:t>Requirement</a:t>
          </a:r>
        </a:p>
      </dgm:t>
    </dgm:pt>
    <dgm:pt modelId="{B06D1C63-FF8C-4AEB-83BA-F21E44FD5242}" type="parTrans" cxnId="{055AAE3B-1C2B-4EE4-842B-0E77EE77B292}">
      <dgm:prSet/>
      <dgm:spPr/>
      <dgm:t>
        <a:bodyPr/>
        <a:lstStyle/>
        <a:p>
          <a:endParaRPr lang="en-US"/>
        </a:p>
      </dgm:t>
    </dgm:pt>
    <dgm:pt modelId="{7B30ADD9-C765-4165-AD0E-573849DA8142}" type="sibTrans" cxnId="{055AAE3B-1C2B-4EE4-842B-0E77EE77B292}">
      <dgm:prSet/>
      <dgm:spPr/>
      <dgm:t>
        <a:bodyPr/>
        <a:lstStyle/>
        <a:p>
          <a:endParaRPr lang="en-US"/>
        </a:p>
      </dgm:t>
    </dgm:pt>
    <dgm:pt modelId="{56EA1EC2-71E5-47CD-ABCA-BEF770D463E8}">
      <dgm:prSet phldrT="[Text]" phldr="0"/>
      <dgm:spPr/>
      <dgm:t>
        <a:bodyPr/>
        <a:lstStyle/>
        <a:p>
          <a:r>
            <a:rPr lang="en-US"/>
            <a:t>Plan solution</a:t>
          </a:r>
        </a:p>
      </dgm:t>
    </dgm:pt>
    <dgm:pt modelId="{82DCDD51-F54F-41E6-AA86-85D1AAC72469}" type="parTrans" cxnId="{B2351862-EAA5-4DB1-AFF7-072553E2E0EF}">
      <dgm:prSet/>
      <dgm:spPr/>
      <dgm:t>
        <a:bodyPr/>
        <a:lstStyle/>
        <a:p>
          <a:endParaRPr lang="en-US"/>
        </a:p>
      </dgm:t>
    </dgm:pt>
    <dgm:pt modelId="{4ECE8807-2F2B-4DF5-AA6C-8D5EC40AA3ED}" type="sibTrans" cxnId="{B2351862-EAA5-4DB1-AFF7-072553E2E0EF}">
      <dgm:prSet/>
      <dgm:spPr/>
      <dgm:t>
        <a:bodyPr/>
        <a:lstStyle/>
        <a:p>
          <a:endParaRPr lang="en-US"/>
        </a:p>
      </dgm:t>
    </dgm:pt>
    <dgm:pt modelId="{06F2F581-34A2-49FA-8BD0-A4C5C8DBC91D}">
      <dgm:prSet phldrT="[Text]" phldr="0"/>
      <dgm:spPr/>
      <dgm:t>
        <a:bodyPr/>
        <a:lstStyle/>
        <a:p>
          <a:r>
            <a:rPr lang="en-US"/>
            <a:t>Analyze tasks</a:t>
          </a:r>
        </a:p>
      </dgm:t>
    </dgm:pt>
    <dgm:pt modelId="{B12829F8-905C-4CDB-AD7E-7F07E0413511}" type="parTrans" cxnId="{ADB5026C-D78B-4339-AD2E-5D00B08695B9}">
      <dgm:prSet/>
      <dgm:spPr/>
      <dgm:t>
        <a:bodyPr/>
        <a:lstStyle/>
        <a:p>
          <a:endParaRPr lang="en-US"/>
        </a:p>
      </dgm:t>
    </dgm:pt>
    <dgm:pt modelId="{73D1DD6E-F8F7-4D16-83F7-5D2F00F6DC13}" type="sibTrans" cxnId="{ADB5026C-D78B-4339-AD2E-5D00B08695B9}">
      <dgm:prSet/>
      <dgm:spPr/>
      <dgm:t>
        <a:bodyPr/>
        <a:lstStyle/>
        <a:p>
          <a:endParaRPr lang="en-US"/>
        </a:p>
      </dgm:t>
    </dgm:pt>
    <dgm:pt modelId="{935899CA-EDCD-4F3F-8572-4F9AB6B184C8}">
      <dgm:prSet phldrT="[Text]" phldr="0"/>
      <dgm:spPr/>
      <dgm:t>
        <a:bodyPr/>
        <a:lstStyle/>
        <a:p>
          <a:r>
            <a:rPr lang="en-US"/>
            <a:t>Execute</a:t>
          </a:r>
        </a:p>
      </dgm:t>
    </dgm:pt>
    <dgm:pt modelId="{327CCDE2-88AB-45A5-83CA-2279387365E8}" type="parTrans" cxnId="{9BFDBA86-E694-4695-9190-43356E1296C9}">
      <dgm:prSet/>
      <dgm:spPr/>
      <dgm:t>
        <a:bodyPr/>
        <a:lstStyle/>
        <a:p>
          <a:endParaRPr lang="en-US"/>
        </a:p>
      </dgm:t>
    </dgm:pt>
    <dgm:pt modelId="{788FE4E4-43C2-44E1-98B1-4A822F0DCF95}" type="sibTrans" cxnId="{9BFDBA86-E694-4695-9190-43356E1296C9}">
      <dgm:prSet/>
      <dgm:spPr/>
      <dgm:t>
        <a:bodyPr/>
        <a:lstStyle/>
        <a:p>
          <a:endParaRPr lang="en-US"/>
        </a:p>
      </dgm:t>
    </dgm:pt>
    <dgm:pt modelId="{88758BEA-E335-43C2-ADAC-1DE338516396}">
      <dgm:prSet phldrT="[Text]" phldr="0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</dgm:spPr>
      <dgm:t>
        <a:bodyPr/>
        <a:lstStyle/>
        <a:p>
          <a:r>
            <a:rPr lang="en-US"/>
            <a:t>Deliver</a:t>
          </a:r>
        </a:p>
      </dgm:t>
    </dgm:pt>
    <dgm:pt modelId="{85948451-9611-4290-A163-F280D0EDA31F}" type="parTrans" cxnId="{54941AEB-1625-4D17-A64C-7DD8D8420703}">
      <dgm:prSet/>
      <dgm:spPr/>
      <dgm:t>
        <a:bodyPr/>
        <a:lstStyle/>
        <a:p>
          <a:endParaRPr lang="en-US"/>
        </a:p>
      </dgm:t>
    </dgm:pt>
    <dgm:pt modelId="{2A918982-3AEA-4AC7-A6F4-2202F32214D7}" type="sibTrans" cxnId="{54941AEB-1625-4D17-A64C-7DD8D8420703}">
      <dgm:prSet/>
      <dgm:spPr/>
      <dgm:t>
        <a:bodyPr/>
        <a:lstStyle/>
        <a:p>
          <a:endParaRPr lang="en-US"/>
        </a:p>
      </dgm:t>
    </dgm:pt>
    <dgm:pt modelId="{7C5AEF3D-B0F2-45DD-AA58-D9A77EE289F6}">
      <dgm:prSet phldrT="[Text]" phldr="0"/>
      <dgm:spPr/>
      <dgm:t>
        <a:bodyPr/>
        <a:lstStyle/>
        <a:p>
          <a:r>
            <a:rPr lang="en-US"/>
            <a:t>Clarify requirement</a:t>
          </a:r>
        </a:p>
      </dgm:t>
    </dgm:pt>
    <dgm:pt modelId="{29498D5D-6C36-4199-B5DA-C2859081D341}" type="parTrans" cxnId="{7013DAAC-49A1-4ECB-BC1B-D21B295B0FAC}">
      <dgm:prSet/>
      <dgm:spPr/>
      <dgm:t>
        <a:bodyPr/>
        <a:lstStyle/>
        <a:p>
          <a:endParaRPr lang="en-US"/>
        </a:p>
      </dgm:t>
    </dgm:pt>
    <dgm:pt modelId="{3E8EE369-8473-49A6-BCF7-1207012B0A85}" type="sibTrans" cxnId="{7013DAAC-49A1-4ECB-BC1B-D21B295B0FAC}">
      <dgm:prSet/>
      <dgm:spPr/>
      <dgm:t>
        <a:bodyPr/>
        <a:lstStyle/>
        <a:p>
          <a:endParaRPr lang="en-US"/>
        </a:p>
      </dgm:t>
    </dgm:pt>
    <dgm:pt modelId="{1F58323C-0457-4B5F-B569-69296F0B0323}">
      <dgm:prSet phldrT="[Text]" phldr="0"/>
      <dgm:spPr/>
      <dgm:t>
        <a:bodyPr/>
        <a:lstStyle/>
        <a:p>
          <a:r>
            <a:rPr lang="en-US"/>
            <a:t>Specify feature</a:t>
          </a:r>
        </a:p>
      </dgm:t>
    </dgm:pt>
    <dgm:pt modelId="{D18AEB6F-DD07-4F86-A015-339875896109}" type="parTrans" cxnId="{5386F4B6-E112-4A2F-A5C4-0797EE5B10C5}">
      <dgm:prSet/>
      <dgm:spPr/>
      <dgm:t>
        <a:bodyPr/>
        <a:lstStyle/>
        <a:p>
          <a:endParaRPr lang="en-US"/>
        </a:p>
      </dgm:t>
    </dgm:pt>
    <dgm:pt modelId="{B2F66E64-AF75-43F1-8326-E69BF13C8FBA}" type="sibTrans" cxnId="{5386F4B6-E112-4A2F-A5C4-0797EE5B10C5}">
      <dgm:prSet/>
      <dgm:spPr/>
      <dgm:t>
        <a:bodyPr/>
        <a:lstStyle/>
        <a:p>
          <a:endParaRPr lang="en-US"/>
        </a:p>
      </dgm:t>
    </dgm:pt>
    <dgm:pt modelId="{DD9E4B9A-0B2F-4958-A45C-EDF977703174}">
      <dgm:prSet phldrT="[Text]" phldr="0"/>
      <dgm:spPr/>
      <dgm:t>
        <a:bodyPr/>
        <a:lstStyle/>
        <a:p>
          <a:r>
            <a:rPr lang="en-US"/>
            <a:t>Breakdown tasks</a:t>
          </a:r>
        </a:p>
      </dgm:t>
    </dgm:pt>
    <dgm:pt modelId="{5891E85E-9F9C-4A87-8057-2036E0CC2647}" type="parTrans" cxnId="{25354F85-BFB8-40AC-A267-E379F6130373}">
      <dgm:prSet/>
      <dgm:spPr/>
      <dgm:t>
        <a:bodyPr/>
        <a:lstStyle/>
        <a:p>
          <a:endParaRPr lang="en-US"/>
        </a:p>
      </dgm:t>
    </dgm:pt>
    <dgm:pt modelId="{51011963-2610-43B5-9405-269F557567F4}" type="sibTrans" cxnId="{25354F85-BFB8-40AC-A267-E379F6130373}">
      <dgm:prSet/>
      <dgm:spPr/>
      <dgm:t>
        <a:bodyPr/>
        <a:lstStyle/>
        <a:p>
          <a:endParaRPr lang="en-US"/>
        </a:p>
      </dgm:t>
    </dgm:pt>
    <dgm:pt modelId="{F2DDFDC9-CE72-42F3-BA27-6BA1819CA586}" type="pres">
      <dgm:prSet presAssocID="{DB5BE33C-A57A-406D-887D-4EBCC93AF628}" presName="diagram" presStyleCnt="0">
        <dgm:presLayoutVars>
          <dgm:dir/>
          <dgm:resizeHandles val="exact"/>
        </dgm:presLayoutVars>
      </dgm:prSet>
      <dgm:spPr/>
    </dgm:pt>
    <dgm:pt modelId="{2208B72B-3B36-4E4D-BFCA-5DCA74DD8D4D}" type="pres">
      <dgm:prSet presAssocID="{FDEA92A6-8FAD-40D5-B970-75DA54323BDF}" presName="node" presStyleLbl="node1" presStyleIdx="0" presStyleCnt="8">
        <dgm:presLayoutVars>
          <dgm:bulletEnabled val="1"/>
        </dgm:presLayoutVars>
      </dgm:prSet>
      <dgm:spPr/>
    </dgm:pt>
    <dgm:pt modelId="{37734FDA-AA39-4488-9B44-4CFDFB29AA5F}" type="pres">
      <dgm:prSet presAssocID="{7B30ADD9-C765-4165-AD0E-573849DA8142}" presName="sibTrans" presStyleLbl="sibTrans2D1" presStyleIdx="0" presStyleCnt="7"/>
      <dgm:spPr/>
    </dgm:pt>
    <dgm:pt modelId="{A458FB5E-C351-4773-97F7-583E9EDE2AF1}" type="pres">
      <dgm:prSet presAssocID="{7B30ADD9-C765-4165-AD0E-573849DA8142}" presName="connectorText" presStyleLbl="sibTrans2D1" presStyleIdx="0" presStyleCnt="7"/>
      <dgm:spPr/>
    </dgm:pt>
    <dgm:pt modelId="{F2F009FD-A3F2-42F9-A010-A51889C004BB}" type="pres">
      <dgm:prSet presAssocID="{7C5AEF3D-B0F2-45DD-AA58-D9A77EE289F6}" presName="node" presStyleLbl="node1" presStyleIdx="1" presStyleCnt="8">
        <dgm:presLayoutVars>
          <dgm:bulletEnabled val="1"/>
        </dgm:presLayoutVars>
      </dgm:prSet>
      <dgm:spPr/>
    </dgm:pt>
    <dgm:pt modelId="{765838DA-DFA4-4E50-B6D3-420CB4AE7B16}" type="pres">
      <dgm:prSet presAssocID="{3E8EE369-8473-49A6-BCF7-1207012B0A85}" presName="sibTrans" presStyleLbl="sibTrans2D1" presStyleIdx="1" presStyleCnt="7"/>
      <dgm:spPr/>
    </dgm:pt>
    <dgm:pt modelId="{252D7243-DF34-4F90-92DD-EDE32D4F2C2D}" type="pres">
      <dgm:prSet presAssocID="{3E8EE369-8473-49A6-BCF7-1207012B0A85}" presName="connectorText" presStyleLbl="sibTrans2D1" presStyleIdx="1" presStyleCnt="7"/>
      <dgm:spPr/>
    </dgm:pt>
    <dgm:pt modelId="{CE7685F3-49E1-423D-96D5-832833A743B9}" type="pres">
      <dgm:prSet presAssocID="{1F58323C-0457-4B5F-B569-69296F0B0323}" presName="node" presStyleLbl="node1" presStyleIdx="2" presStyleCnt="8">
        <dgm:presLayoutVars>
          <dgm:bulletEnabled val="1"/>
        </dgm:presLayoutVars>
      </dgm:prSet>
      <dgm:spPr/>
    </dgm:pt>
    <dgm:pt modelId="{E8F4B5B2-B46E-47D3-82A5-051C950DC3B2}" type="pres">
      <dgm:prSet presAssocID="{B2F66E64-AF75-43F1-8326-E69BF13C8FBA}" presName="sibTrans" presStyleLbl="sibTrans2D1" presStyleIdx="2" presStyleCnt="7"/>
      <dgm:spPr/>
    </dgm:pt>
    <dgm:pt modelId="{9D5B165B-6CA9-4C9E-8516-2AC1C9ADAC5A}" type="pres">
      <dgm:prSet presAssocID="{B2F66E64-AF75-43F1-8326-E69BF13C8FBA}" presName="connectorText" presStyleLbl="sibTrans2D1" presStyleIdx="2" presStyleCnt="7"/>
      <dgm:spPr/>
    </dgm:pt>
    <dgm:pt modelId="{ED8AEDDD-14C7-476F-968E-81FE7DFD0E23}" type="pres">
      <dgm:prSet presAssocID="{56EA1EC2-71E5-47CD-ABCA-BEF770D463E8}" presName="node" presStyleLbl="node1" presStyleIdx="3" presStyleCnt="8">
        <dgm:presLayoutVars>
          <dgm:bulletEnabled val="1"/>
        </dgm:presLayoutVars>
      </dgm:prSet>
      <dgm:spPr/>
    </dgm:pt>
    <dgm:pt modelId="{F8AF402D-9113-48EB-86E6-162B69AD3C9E}" type="pres">
      <dgm:prSet presAssocID="{4ECE8807-2F2B-4DF5-AA6C-8D5EC40AA3ED}" presName="sibTrans" presStyleLbl="sibTrans2D1" presStyleIdx="3" presStyleCnt="7"/>
      <dgm:spPr/>
    </dgm:pt>
    <dgm:pt modelId="{51A5F161-0C71-4720-8700-991D2F3F6B4F}" type="pres">
      <dgm:prSet presAssocID="{4ECE8807-2F2B-4DF5-AA6C-8D5EC40AA3ED}" presName="connectorText" presStyleLbl="sibTrans2D1" presStyleIdx="3" presStyleCnt="7"/>
      <dgm:spPr/>
    </dgm:pt>
    <dgm:pt modelId="{7EDD9FD2-0E07-4FF1-8DE1-F32B74FD552F}" type="pres">
      <dgm:prSet presAssocID="{DD9E4B9A-0B2F-4958-A45C-EDF977703174}" presName="node" presStyleLbl="node1" presStyleIdx="4" presStyleCnt="8">
        <dgm:presLayoutVars>
          <dgm:bulletEnabled val="1"/>
        </dgm:presLayoutVars>
      </dgm:prSet>
      <dgm:spPr/>
    </dgm:pt>
    <dgm:pt modelId="{C9DE3BAC-5025-4013-AD3E-7F017AF37797}" type="pres">
      <dgm:prSet presAssocID="{51011963-2610-43B5-9405-269F557567F4}" presName="sibTrans" presStyleLbl="sibTrans2D1" presStyleIdx="4" presStyleCnt="7"/>
      <dgm:spPr/>
    </dgm:pt>
    <dgm:pt modelId="{46A5EED2-C934-4AF4-9C73-3F8C1A992A25}" type="pres">
      <dgm:prSet presAssocID="{51011963-2610-43B5-9405-269F557567F4}" presName="connectorText" presStyleLbl="sibTrans2D1" presStyleIdx="4" presStyleCnt="7"/>
      <dgm:spPr/>
    </dgm:pt>
    <dgm:pt modelId="{E06458B4-B952-481E-A84A-F36C8EAAE908}" type="pres">
      <dgm:prSet presAssocID="{06F2F581-34A2-49FA-8BD0-A4C5C8DBC91D}" presName="node" presStyleLbl="node1" presStyleIdx="5" presStyleCnt="8">
        <dgm:presLayoutVars>
          <dgm:bulletEnabled val="1"/>
        </dgm:presLayoutVars>
      </dgm:prSet>
      <dgm:spPr/>
    </dgm:pt>
    <dgm:pt modelId="{36B0EA71-80B2-4C6E-B654-DC0CE11F477C}" type="pres">
      <dgm:prSet presAssocID="{73D1DD6E-F8F7-4D16-83F7-5D2F00F6DC13}" presName="sibTrans" presStyleLbl="sibTrans2D1" presStyleIdx="5" presStyleCnt="7"/>
      <dgm:spPr/>
    </dgm:pt>
    <dgm:pt modelId="{67AF0B92-C5A8-432D-8345-626035B46F13}" type="pres">
      <dgm:prSet presAssocID="{73D1DD6E-F8F7-4D16-83F7-5D2F00F6DC13}" presName="connectorText" presStyleLbl="sibTrans2D1" presStyleIdx="5" presStyleCnt="7"/>
      <dgm:spPr/>
    </dgm:pt>
    <dgm:pt modelId="{0630560F-EBAF-4517-9555-64EBFC4659C8}" type="pres">
      <dgm:prSet presAssocID="{935899CA-EDCD-4F3F-8572-4F9AB6B184C8}" presName="node" presStyleLbl="node1" presStyleIdx="6" presStyleCnt="8">
        <dgm:presLayoutVars>
          <dgm:bulletEnabled val="1"/>
        </dgm:presLayoutVars>
      </dgm:prSet>
      <dgm:spPr/>
    </dgm:pt>
    <dgm:pt modelId="{C63CC3F7-FB4E-46F6-A847-E78F94B30030}" type="pres">
      <dgm:prSet presAssocID="{788FE4E4-43C2-44E1-98B1-4A822F0DCF95}" presName="sibTrans" presStyleLbl="sibTrans2D1" presStyleIdx="6" presStyleCnt="7"/>
      <dgm:spPr/>
    </dgm:pt>
    <dgm:pt modelId="{3963C2FD-EF6B-471A-880E-177A38450E28}" type="pres">
      <dgm:prSet presAssocID="{788FE4E4-43C2-44E1-98B1-4A822F0DCF95}" presName="connectorText" presStyleLbl="sibTrans2D1" presStyleIdx="6" presStyleCnt="7"/>
      <dgm:spPr/>
    </dgm:pt>
    <dgm:pt modelId="{BB66F779-6FA4-45CD-B162-FF09B72C5148}" type="pres">
      <dgm:prSet presAssocID="{88758BEA-E335-43C2-ADAC-1DE338516396}" presName="node" presStyleLbl="node1" presStyleIdx="7" presStyleCnt="8">
        <dgm:presLayoutVars>
          <dgm:bulletEnabled val="1"/>
        </dgm:presLayoutVars>
      </dgm:prSet>
      <dgm:spPr/>
    </dgm:pt>
  </dgm:ptLst>
  <dgm:cxnLst>
    <dgm:cxn modelId="{F34EBA18-E724-44E2-9FF0-3A076C6FD762}" type="presOf" srcId="{B2F66E64-AF75-43F1-8326-E69BF13C8FBA}" destId="{9D5B165B-6CA9-4C9E-8516-2AC1C9ADAC5A}" srcOrd="1" destOrd="0" presId="urn:microsoft.com/office/officeart/2005/8/layout/process5"/>
    <dgm:cxn modelId="{8CD0351C-18AC-42E6-8ECD-4E7BA12B1C26}" type="presOf" srcId="{73D1DD6E-F8F7-4D16-83F7-5D2F00F6DC13}" destId="{36B0EA71-80B2-4C6E-B654-DC0CE11F477C}" srcOrd="0" destOrd="0" presId="urn:microsoft.com/office/officeart/2005/8/layout/process5"/>
    <dgm:cxn modelId="{5724D52C-51AD-4F5F-A806-63EF5C2E20A8}" type="presOf" srcId="{51011963-2610-43B5-9405-269F557567F4}" destId="{46A5EED2-C934-4AF4-9C73-3F8C1A992A25}" srcOrd="1" destOrd="0" presId="urn:microsoft.com/office/officeart/2005/8/layout/process5"/>
    <dgm:cxn modelId="{018E5030-84D4-4C23-A45A-8F183A01FAA2}" type="presOf" srcId="{788FE4E4-43C2-44E1-98B1-4A822F0DCF95}" destId="{C63CC3F7-FB4E-46F6-A847-E78F94B30030}" srcOrd="0" destOrd="0" presId="urn:microsoft.com/office/officeart/2005/8/layout/process5"/>
    <dgm:cxn modelId="{833D7D30-E546-4626-9956-A64F99CF9CF8}" type="presOf" srcId="{4ECE8807-2F2B-4DF5-AA6C-8D5EC40AA3ED}" destId="{F8AF402D-9113-48EB-86E6-162B69AD3C9E}" srcOrd="0" destOrd="0" presId="urn:microsoft.com/office/officeart/2005/8/layout/process5"/>
    <dgm:cxn modelId="{D5CFD136-4EB0-44B3-B7CF-E60C3B757EF9}" type="presOf" srcId="{73D1DD6E-F8F7-4D16-83F7-5D2F00F6DC13}" destId="{67AF0B92-C5A8-432D-8345-626035B46F13}" srcOrd="1" destOrd="0" presId="urn:microsoft.com/office/officeart/2005/8/layout/process5"/>
    <dgm:cxn modelId="{055AAE3B-1C2B-4EE4-842B-0E77EE77B292}" srcId="{DB5BE33C-A57A-406D-887D-4EBCC93AF628}" destId="{FDEA92A6-8FAD-40D5-B970-75DA54323BDF}" srcOrd="0" destOrd="0" parTransId="{B06D1C63-FF8C-4AEB-83BA-F21E44FD5242}" sibTransId="{7B30ADD9-C765-4165-AD0E-573849DA8142}"/>
    <dgm:cxn modelId="{86EF3F40-54EC-4129-BC90-0AF249DA4F6E}" type="presOf" srcId="{7B30ADD9-C765-4165-AD0E-573849DA8142}" destId="{37734FDA-AA39-4488-9B44-4CFDFB29AA5F}" srcOrd="0" destOrd="0" presId="urn:microsoft.com/office/officeart/2005/8/layout/process5"/>
    <dgm:cxn modelId="{B2351862-EAA5-4DB1-AFF7-072553E2E0EF}" srcId="{DB5BE33C-A57A-406D-887D-4EBCC93AF628}" destId="{56EA1EC2-71E5-47CD-ABCA-BEF770D463E8}" srcOrd="3" destOrd="0" parTransId="{82DCDD51-F54F-41E6-AA86-85D1AAC72469}" sibTransId="{4ECE8807-2F2B-4DF5-AA6C-8D5EC40AA3ED}"/>
    <dgm:cxn modelId="{5C8E6666-35E2-4876-A935-5F7B2B25CF41}" type="presOf" srcId="{B2F66E64-AF75-43F1-8326-E69BF13C8FBA}" destId="{E8F4B5B2-B46E-47D3-82A5-051C950DC3B2}" srcOrd="0" destOrd="0" presId="urn:microsoft.com/office/officeart/2005/8/layout/process5"/>
    <dgm:cxn modelId="{880D3847-4DC2-4F8D-B483-851A1BF98506}" type="presOf" srcId="{FDEA92A6-8FAD-40D5-B970-75DA54323BDF}" destId="{2208B72B-3B36-4E4D-BFCA-5DCA74DD8D4D}" srcOrd="0" destOrd="0" presId="urn:microsoft.com/office/officeart/2005/8/layout/process5"/>
    <dgm:cxn modelId="{ADB5026C-D78B-4339-AD2E-5D00B08695B9}" srcId="{DB5BE33C-A57A-406D-887D-4EBCC93AF628}" destId="{06F2F581-34A2-49FA-8BD0-A4C5C8DBC91D}" srcOrd="5" destOrd="0" parTransId="{B12829F8-905C-4CDB-AD7E-7F07E0413511}" sibTransId="{73D1DD6E-F8F7-4D16-83F7-5D2F00F6DC13}"/>
    <dgm:cxn modelId="{9C88B36C-8C49-4247-BEE3-9DA7382C3170}" type="presOf" srcId="{51011963-2610-43B5-9405-269F557567F4}" destId="{C9DE3BAC-5025-4013-AD3E-7F017AF37797}" srcOrd="0" destOrd="0" presId="urn:microsoft.com/office/officeart/2005/8/layout/process5"/>
    <dgm:cxn modelId="{5BDABF70-A315-45C4-822C-826AAA9D0869}" type="presOf" srcId="{788FE4E4-43C2-44E1-98B1-4A822F0DCF95}" destId="{3963C2FD-EF6B-471A-880E-177A38450E28}" srcOrd="1" destOrd="0" presId="urn:microsoft.com/office/officeart/2005/8/layout/process5"/>
    <dgm:cxn modelId="{C7A9C375-7FB2-4D0B-BCA9-BFE25DE6D80E}" type="presOf" srcId="{88758BEA-E335-43C2-ADAC-1DE338516396}" destId="{BB66F779-6FA4-45CD-B162-FF09B72C5148}" srcOrd="0" destOrd="0" presId="urn:microsoft.com/office/officeart/2005/8/layout/process5"/>
    <dgm:cxn modelId="{F06C3257-6E99-4F12-B9F1-3D5AD0F9A3E5}" type="presOf" srcId="{3E8EE369-8473-49A6-BCF7-1207012B0A85}" destId="{252D7243-DF34-4F90-92DD-EDE32D4F2C2D}" srcOrd="1" destOrd="0" presId="urn:microsoft.com/office/officeart/2005/8/layout/process5"/>
    <dgm:cxn modelId="{9E2C917C-FD58-419B-9B3D-DCC31B796438}" type="presOf" srcId="{DB5BE33C-A57A-406D-887D-4EBCC93AF628}" destId="{F2DDFDC9-CE72-42F3-BA27-6BA1819CA586}" srcOrd="0" destOrd="0" presId="urn:microsoft.com/office/officeart/2005/8/layout/process5"/>
    <dgm:cxn modelId="{4260DB7C-C124-40FC-8275-6E28C3C2F89C}" type="presOf" srcId="{3E8EE369-8473-49A6-BCF7-1207012B0A85}" destId="{765838DA-DFA4-4E50-B6D3-420CB4AE7B16}" srcOrd="0" destOrd="0" presId="urn:microsoft.com/office/officeart/2005/8/layout/process5"/>
    <dgm:cxn modelId="{25354F85-BFB8-40AC-A267-E379F6130373}" srcId="{DB5BE33C-A57A-406D-887D-4EBCC93AF628}" destId="{DD9E4B9A-0B2F-4958-A45C-EDF977703174}" srcOrd="4" destOrd="0" parTransId="{5891E85E-9F9C-4A87-8057-2036E0CC2647}" sibTransId="{51011963-2610-43B5-9405-269F557567F4}"/>
    <dgm:cxn modelId="{9BFDBA86-E694-4695-9190-43356E1296C9}" srcId="{DB5BE33C-A57A-406D-887D-4EBCC93AF628}" destId="{935899CA-EDCD-4F3F-8572-4F9AB6B184C8}" srcOrd="6" destOrd="0" parTransId="{327CCDE2-88AB-45A5-83CA-2279387365E8}" sibTransId="{788FE4E4-43C2-44E1-98B1-4A822F0DCF95}"/>
    <dgm:cxn modelId="{D8189B95-05AD-4ABC-B426-B338856FC38D}" type="presOf" srcId="{7B30ADD9-C765-4165-AD0E-573849DA8142}" destId="{A458FB5E-C351-4773-97F7-583E9EDE2AF1}" srcOrd="1" destOrd="0" presId="urn:microsoft.com/office/officeart/2005/8/layout/process5"/>
    <dgm:cxn modelId="{AC53E09E-4106-47B9-B647-186A4BAB4D8A}" type="presOf" srcId="{1F58323C-0457-4B5F-B569-69296F0B0323}" destId="{CE7685F3-49E1-423D-96D5-832833A743B9}" srcOrd="0" destOrd="0" presId="urn:microsoft.com/office/officeart/2005/8/layout/process5"/>
    <dgm:cxn modelId="{30AA8AA6-56A7-422A-BA55-715342BE7A34}" type="presOf" srcId="{06F2F581-34A2-49FA-8BD0-A4C5C8DBC91D}" destId="{E06458B4-B952-481E-A84A-F36C8EAAE908}" srcOrd="0" destOrd="0" presId="urn:microsoft.com/office/officeart/2005/8/layout/process5"/>
    <dgm:cxn modelId="{24C13BA9-BCF3-4020-B7EC-DA08C3F1DAA9}" type="presOf" srcId="{DD9E4B9A-0B2F-4958-A45C-EDF977703174}" destId="{7EDD9FD2-0E07-4FF1-8DE1-F32B74FD552F}" srcOrd="0" destOrd="0" presId="urn:microsoft.com/office/officeart/2005/8/layout/process5"/>
    <dgm:cxn modelId="{7013DAAC-49A1-4ECB-BC1B-D21B295B0FAC}" srcId="{DB5BE33C-A57A-406D-887D-4EBCC93AF628}" destId="{7C5AEF3D-B0F2-45DD-AA58-D9A77EE289F6}" srcOrd="1" destOrd="0" parTransId="{29498D5D-6C36-4199-B5DA-C2859081D341}" sibTransId="{3E8EE369-8473-49A6-BCF7-1207012B0A85}"/>
    <dgm:cxn modelId="{5386F4B6-E112-4A2F-A5C4-0797EE5B10C5}" srcId="{DB5BE33C-A57A-406D-887D-4EBCC93AF628}" destId="{1F58323C-0457-4B5F-B569-69296F0B0323}" srcOrd="2" destOrd="0" parTransId="{D18AEB6F-DD07-4F86-A015-339875896109}" sibTransId="{B2F66E64-AF75-43F1-8326-E69BF13C8FBA}"/>
    <dgm:cxn modelId="{4580C0BA-5EBA-4AC5-9E48-29C6AE737B75}" type="presOf" srcId="{935899CA-EDCD-4F3F-8572-4F9AB6B184C8}" destId="{0630560F-EBAF-4517-9555-64EBFC4659C8}" srcOrd="0" destOrd="0" presId="urn:microsoft.com/office/officeart/2005/8/layout/process5"/>
    <dgm:cxn modelId="{3606D5CE-8D79-4C24-B1FB-C8CB279173EB}" type="presOf" srcId="{4ECE8807-2F2B-4DF5-AA6C-8D5EC40AA3ED}" destId="{51A5F161-0C71-4720-8700-991D2F3F6B4F}" srcOrd="1" destOrd="0" presId="urn:microsoft.com/office/officeart/2005/8/layout/process5"/>
    <dgm:cxn modelId="{CCC861D9-CBBC-44B8-9F0B-7C0AE571D282}" type="presOf" srcId="{7C5AEF3D-B0F2-45DD-AA58-D9A77EE289F6}" destId="{F2F009FD-A3F2-42F9-A010-A51889C004BB}" srcOrd="0" destOrd="0" presId="urn:microsoft.com/office/officeart/2005/8/layout/process5"/>
    <dgm:cxn modelId="{54941AEB-1625-4D17-A64C-7DD8D8420703}" srcId="{DB5BE33C-A57A-406D-887D-4EBCC93AF628}" destId="{88758BEA-E335-43C2-ADAC-1DE338516396}" srcOrd="7" destOrd="0" parTransId="{85948451-9611-4290-A163-F280D0EDA31F}" sibTransId="{2A918982-3AEA-4AC7-A6F4-2202F32214D7}"/>
    <dgm:cxn modelId="{DFE751F0-8636-49B3-B7C8-03D6FBCA6B8C}" type="presOf" srcId="{56EA1EC2-71E5-47CD-ABCA-BEF770D463E8}" destId="{ED8AEDDD-14C7-476F-968E-81FE7DFD0E23}" srcOrd="0" destOrd="0" presId="urn:microsoft.com/office/officeart/2005/8/layout/process5"/>
    <dgm:cxn modelId="{FBA22A04-5DCD-4805-8B53-B3597AAABB70}" type="presParOf" srcId="{F2DDFDC9-CE72-42F3-BA27-6BA1819CA586}" destId="{2208B72B-3B36-4E4D-BFCA-5DCA74DD8D4D}" srcOrd="0" destOrd="0" presId="urn:microsoft.com/office/officeart/2005/8/layout/process5"/>
    <dgm:cxn modelId="{0AB9A59A-D0C2-45FC-A29F-E710F23ED13D}" type="presParOf" srcId="{F2DDFDC9-CE72-42F3-BA27-6BA1819CA586}" destId="{37734FDA-AA39-4488-9B44-4CFDFB29AA5F}" srcOrd="1" destOrd="0" presId="urn:microsoft.com/office/officeart/2005/8/layout/process5"/>
    <dgm:cxn modelId="{24749C33-B9C4-424A-BE95-17254062CCC9}" type="presParOf" srcId="{37734FDA-AA39-4488-9B44-4CFDFB29AA5F}" destId="{A458FB5E-C351-4773-97F7-583E9EDE2AF1}" srcOrd="0" destOrd="0" presId="urn:microsoft.com/office/officeart/2005/8/layout/process5"/>
    <dgm:cxn modelId="{DF4B70B3-A012-42DB-84B8-969451CC3819}" type="presParOf" srcId="{F2DDFDC9-CE72-42F3-BA27-6BA1819CA586}" destId="{F2F009FD-A3F2-42F9-A010-A51889C004BB}" srcOrd="2" destOrd="0" presId="urn:microsoft.com/office/officeart/2005/8/layout/process5"/>
    <dgm:cxn modelId="{649298B8-E1AA-4934-899D-5DE711A5471E}" type="presParOf" srcId="{F2DDFDC9-CE72-42F3-BA27-6BA1819CA586}" destId="{765838DA-DFA4-4E50-B6D3-420CB4AE7B16}" srcOrd="3" destOrd="0" presId="urn:microsoft.com/office/officeart/2005/8/layout/process5"/>
    <dgm:cxn modelId="{A91F848F-8801-4776-B9F0-474EE7B92A56}" type="presParOf" srcId="{765838DA-DFA4-4E50-B6D3-420CB4AE7B16}" destId="{252D7243-DF34-4F90-92DD-EDE32D4F2C2D}" srcOrd="0" destOrd="0" presId="urn:microsoft.com/office/officeart/2005/8/layout/process5"/>
    <dgm:cxn modelId="{54FBFAE1-BFAF-43DF-9A09-CE5394CDD289}" type="presParOf" srcId="{F2DDFDC9-CE72-42F3-BA27-6BA1819CA586}" destId="{CE7685F3-49E1-423D-96D5-832833A743B9}" srcOrd="4" destOrd="0" presId="urn:microsoft.com/office/officeart/2005/8/layout/process5"/>
    <dgm:cxn modelId="{6DCBEE6C-08BE-4F5E-8F80-CE9F42A1327D}" type="presParOf" srcId="{F2DDFDC9-CE72-42F3-BA27-6BA1819CA586}" destId="{E8F4B5B2-B46E-47D3-82A5-051C950DC3B2}" srcOrd="5" destOrd="0" presId="urn:microsoft.com/office/officeart/2005/8/layout/process5"/>
    <dgm:cxn modelId="{6B146779-98B6-46CD-B207-5A4DEFDE6816}" type="presParOf" srcId="{E8F4B5B2-B46E-47D3-82A5-051C950DC3B2}" destId="{9D5B165B-6CA9-4C9E-8516-2AC1C9ADAC5A}" srcOrd="0" destOrd="0" presId="urn:microsoft.com/office/officeart/2005/8/layout/process5"/>
    <dgm:cxn modelId="{F340C673-806C-4883-80A7-2D51E5CE8678}" type="presParOf" srcId="{F2DDFDC9-CE72-42F3-BA27-6BA1819CA586}" destId="{ED8AEDDD-14C7-476F-968E-81FE7DFD0E23}" srcOrd="6" destOrd="0" presId="urn:microsoft.com/office/officeart/2005/8/layout/process5"/>
    <dgm:cxn modelId="{C4A4141D-9E04-4A5D-9061-931DE7076F69}" type="presParOf" srcId="{F2DDFDC9-CE72-42F3-BA27-6BA1819CA586}" destId="{F8AF402D-9113-48EB-86E6-162B69AD3C9E}" srcOrd="7" destOrd="0" presId="urn:microsoft.com/office/officeart/2005/8/layout/process5"/>
    <dgm:cxn modelId="{35B2599B-2405-4BD6-84B7-D66BEEF1260F}" type="presParOf" srcId="{F8AF402D-9113-48EB-86E6-162B69AD3C9E}" destId="{51A5F161-0C71-4720-8700-991D2F3F6B4F}" srcOrd="0" destOrd="0" presId="urn:microsoft.com/office/officeart/2005/8/layout/process5"/>
    <dgm:cxn modelId="{87B6E503-18B6-47DB-B98F-021D7D25B8D7}" type="presParOf" srcId="{F2DDFDC9-CE72-42F3-BA27-6BA1819CA586}" destId="{7EDD9FD2-0E07-4FF1-8DE1-F32B74FD552F}" srcOrd="8" destOrd="0" presId="urn:microsoft.com/office/officeart/2005/8/layout/process5"/>
    <dgm:cxn modelId="{3913F673-E39A-49FD-A540-743D41D432F8}" type="presParOf" srcId="{F2DDFDC9-CE72-42F3-BA27-6BA1819CA586}" destId="{C9DE3BAC-5025-4013-AD3E-7F017AF37797}" srcOrd="9" destOrd="0" presId="urn:microsoft.com/office/officeart/2005/8/layout/process5"/>
    <dgm:cxn modelId="{371ACAFE-9C11-4F3F-A0E1-3B55D87664DF}" type="presParOf" srcId="{C9DE3BAC-5025-4013-AD3E-7F017AF37797}" destId="{46A5EED2-C934-4AF4-9C73-3F8C1A992A25}" srcOrd="0" destOrd="0" presId="urn:microsoft.com/office/officeart/2005/8/layout/process5"/>
    <dgm:cxn modelId="{FEF88DA7-0224-4917-B7B5-9D751D289453}" type="presParOf" srcId="{F2DDFDC9-CE72-42F3-BA27-6BA1819CA586}" destId="{E06458B4-B952-481E-A84A-F36C8EAAE908}" srcOrd="10" destOrd="0" presId="urn:microsoft.com/office/officeart/2005/8/layout/process5"/>
    <dgm:cxn modelId="{4A17E728-D4F2-4924-BE5C-7C4A09EB3253}" type="presParOf" srcId="{F2DDFDC9-CE72-42F3-BA27-6BA1819CA586}" destId="{36B0EA71-80B2-4C6E-B654-DC0CE11F477C}" srcOrd="11" destOrd="0" presId="urn:microsoft.com/office/officeart/2005/8/layout/process5"/>
    <dgm:cxn modelId="{BF70616D-5FF0-46C1-9C94-C707BD1A3B64}" type="presParOf" srcId="{36B0EA71-80B2-4C6E-B654-DC0CE11F477C}" destId="{67AF0B92-C5A8-432D-8345-626035B46F13}" srcOrd="0" destOrd="0" presId="urn:microsoft.com/office/officeart/2005/8/layout/process5"/>
    <dgm:cxn modelId="{978DD06C-0A29-4FBC-BAF0-DF2ACFEFC4AD}" type="presParOf" srcId="{F2DDFDC9-CE72-42F3-BA27-6BA1819CA586}" destId="{0630560F-EBAF-4517-9555-64EBFC4659C8}" srcOrd="12" destOrd="0" presId="urn:microsoft.com/office/officeart/2005/8/layout/process5"/>
    <dgm:cxn modelId="{03F79C9E-28E9-4D14-B18C-25EB3B6895A1}" type="presParOf" srcId="{F2DDFDC9-CE72-42F3-BA27-6BA1819CA586}" destId="{C63CC3F7-FB4E-46F6-A847-E78F94B30030}" srcOrd="13" destOrd="0" presId="urn:microsoft.com/office/officeart/2005/8/layout/process5"/>
    <dgm:cxn modelId="{F5CCEC30-EA13-40B0-ABBE-FDA35E2D5CD7}" type="presParOf" srcId="{C63CC3F7-FB4E-46F6-A847-E78F94B30030}" destId="{3963C2FD-EF6B-471A-880E-177A38450E28}" srcOrd="0" destOrd="0" presId="urn:microsoft.com/office/officeart/2005/8/layout/process5"/>
    <dgm:cxn modelId="{A5B026D0-5760-4863-A35B-F6C78D8FBFF0}" type="presParOf" srcId="{F2DDFDC9-CE72-42F3-BA27-6BA1819CA586}" destId="{BB66F779-6FA4-45CD-B162-FF09B72C5148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F229A-0B69-46D0-BB7F-0ABEB7E93D53}">
      <dsp:nvSpPr>
        <dsp:cNvPr id="0" name=""/>
        <dsp:cNvSpPr/>
      </dsp:nvSpPr>
      <dsp:spPr>
        <a:xfrm>
          <a:off x="529" y="1317809"/>
          <a:ext cx="2080186" cy="1715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Analyze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Agree</a:t>
          </a:r>
        </a:p>
      </dsp:txBody>
      <dsp:txXfrm>
        <a:off x="40012" y="1357292"/>
        <a:ext cx="2001220" cy="1269098"/>
      </dsp:txXfrm>
    </dsp:sp>
    <dsp:sp modelId="{FDFB0257-43AA-427F-A649-CB72EA65DA72}">
      <dsp:nvSpPr>
        <dsp:cNvPr id="0" name=""/>
        <dsp:cNvSpPr/>
      </dsp:nvSpPr>
      <dsp:spPr>
        <a:xfrm>
          <a:off x="1145793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61068-C01E-4442-949F-00F522FA5CB6}">
      <dsp:nvSpPr>
        <dsp:cNvPr id="0" name=""/>
        <dsp:cNvSpPr/>
      </dsp:nvSpPr>
      <dsp:spPr>
        <a:xfrm>
          <a:off x="462793" y="2665874"/>
          <a:ext cx="1849054" cy="7353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Model</a:t>
          </a:r>
        </a:p>
      </dsp:txBody>
      <dsp:txXfrm>
        <a:off x="484329" y="2687410"/>
        <a:ext cx="1805982" cy="692236"/>
      </dsp:txXfrm>
    </dsp:sp>
    <dsp:sp modelId="{BA30F5F3-A0AC-43B9-8142-8246FF0EA806}">
      <dsp:nvSpPr>
        <dsp:cNvPr id="0" name=""/>
        <dsp:cNvSpPr/>
      </dsp:nvSpPr>
      <dsp:spPr>
        <a:xfrm>
          <a:off x="2734937" y="1317809"/>
          <a:ext cx="2080186" cy="1715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Architecture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Design</a:t>
          </a:r>
        </a:p>
      </dsp:txBody>
      <dsp:txXfrm>
        <a:off x="2774420" y="1724946"/>
        <a:ext cx="2001220" cy="1269098"/>
      </dsp:txXfrm>
    </dsp:sp>
    <dsp:sp modelId="{C441C8A2-5913-4FD8-87E5-DD1C064FCCB4}">
      <dsp:nvSpPr>
        <dsp:cNvPr id="0" name=""/>
        <dsp:cNvSpPr/>
      </dsp:nvSpPr>
      <dsp:spPr>
        <a:xfrm>
          <a:off x="3862865" y="222857"/>
          <a:ext cx="2685859" cy="268585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2D5E8-E166-451E-B188-EEEC6C595840}">
      <dsp:nvSpPr>
        <dsp:cNvPr id="0" name=""/>
        <dsp:cNvSpPr/>
      </dsp:nvSpPr>
      <dsp:spPr>
        <a:xfrm>
          <a:off x="3197200" y="950155"/>
          <a:ext cx="1849054" cy="7353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Plan</a:t>
          </a:r>
        </a:p>
      </dsp:txBody>
      <dsp:txXfrm>
        <a:off x="3218736" y="971691"/>
        <a:ext cx="1805982" cy="692236"/>
      </dsp:txXfrm>
    </dsp:sp>
    <dsp:sp modelId="{3A828E8A-AA0C-41B4-8757-E95857D84457}">
      <dsp:nvSpPr>
        <dsp:cNvPr id="0" name=""/>
        <dsp:cNvSpPr/>
      </dsp:nvSpPr>
      <dsp:spPr>
        <a:xfrm>
          <a:off x="5469344" y="1317809"/>
          <a:ext cx="2080186" cy="1715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Implement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Verify</a:t>
          </a:r>
        </a:p>
      </dsp:txBody>
      <dsp:txXfrm>
        <a:off x="5508827" y="1357292"/>
        <a:ext cx="2001220" cy="1269098"/>
      </dsp:txXfrm>
    </dsp:sp>
    <dsp:sp modelId="{95A92BA0-0C3F-48D6-AF32-FEDD0259DF23}">
      <dsp:nvSpPr>
        <dsp:cNvPr id="0" name=""/>
        <dsp:cNvSpPr/>
      </dsp:nvSpPr>
      <dsp:spPr>
        <a:xfrm>
          <a:off x="6614607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CC7C9-FD70-425E-9A28-A2FF67A6DE09}">
      <dsp:nvSpPr>
        <dsp:cNvPr id="0" name=""/>
        <dsp:cNvSpPr/>
      </dsp:nvSpPr>
      <dsp:spPr>
        <a:xfrm>
          <a:off x="5931608" y="2665874"/>
          <a:ext cx="1849054" cy="7353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Deliver</a:t>
          </a:r>
        </a:p>
      </dsp:txBody>
      <dsp:txXfrm>
        <a:off x="5953144" y="2687410"/>
        <a:ext cx="1805982" cy="692236"/>
      </dsp:txXfrm>
    </dsp:sp>
    <dsp:sp modelId="{1866FEF6-60A0-4C27-A5D2-7E57C300143E}">
      <dsp:nvSpPr>
        <dsp:cNvPr id="0" name=""/>
        <dsp:cNvSpPr/>
      </dsp:nvSpPr>
      <dsp:spPr>
        <a:xfrm>
          <a:off x="8203751" y="1317809"/>
          <a:ext cx="2080186" cy="1715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Refactor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Observe</a:t>
          </a:r>
        </a:p>
      </dsp:txBody>
      <dsp:txXfrm>
        <a:off x="8243234" y="1724946"/>
        <a:ext cx="2001220" cy="1269098"/>
      </dsp:txXfrm>
    </dsp:sp>
    <dsp:sp modelId="{F1FE927F-CE20-4462-B093-09F7BBE0E4CD}">
      <dsp:nvSpPr>
        <dsp:cNvPr id="0" name=""/>
        <dsp:cNvSpPr/>
      </dsp:nvSpPr>
      <dsp:spPr>
        <a:xfrm>
          <a:off x="8666015" y="950155"/>
          <a:ext cx="1849054" cy="7353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Learn</a:t>
          </a:r>
        </a:p>
      </dsp:txBody>
      <dsp:txXfrm>
        <a:off x="8687551" y="971691"/>
        <a:ext cx="1805982" cy="692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08B72B-3B36-4E4D-BFCA-5DCA74DD8D4D}">
      <dsp:nvSpPr>
        <dsp:cNvPr id="0" name=""/>
        <dsp:cNvSpPr/>
      </dsp:nvSpPr>
      <dsp:spPr>
        <a:xfrm>
          <a:off x="4621" y="559306"/>
          <a:ext cx="2020453" cy="121227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Requirement</a:t>
          </a:r>
        </a:p>
      </dsp:txBody>
      <dsp:txXfrm>
        <a:off x="40127" y="594812"/>
        <a:ext cx="1949441" cy="1141260"/>
      </dsp:txXfrm>
    </dsp:sp>
    <dsp:sp modelId="{37734FDA-AA39-4488-9B44-4CFDFB29AA5F}">
      <dsp:nvSpPr>
        <dsp:cNvPr id="0" name=""/>
        <dsp:cNvSpPr/>
      </dsp:nvSpPr>
      <dsp:spPr>
        <a:xfrm>
          <a:off x="2202874" y="914906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202874" y="1015120"/>
        <a:ext cx="299835" cy="300644"/>
      </dsp:txXfrm>
    </dsp:sp>
    <dsp:sp modelId="{F2F009FD-A3F2-42F9-A010-A51889C004BB}">
      <dsp:nvSpPr>
        <dsp:cNvPr id="0" name=""/>
        <dsp:cNvSpPr/>
      </dsp:nvSpPr>
      <dsp:spPr>
        <a:xfrm>
          <a:off x="2833255" y="559306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Clarify requirement</a:t>
          </a:r>
        </a:p>
      </dsp:txBody>
      <dsp:txXfrm>
        <a:off x="2868761" y="594812"/>
        <a:ext cx="1949441" cy="1141260"/>
      </dsp:txXfrm>
    </dsp:sp>
    <dsp:sp modelId="{765838DA-DFA4-4E50-B6D3-420CB4AE7B16}">
      <dsp:nvSpPr>
        <dsp:cNvPr id="0" name=""/>
        <dsp:cNvSpPr/>
      </dsp:nvSpPr>
      <dsp:spPr>
        <a:xfrm>
          <a:off x="5031509" y="914906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031509" y="1015120"/>
        <a:ext cx="299835" cy="300644"/>
      </dsp:txXfrm>
    </dsp:sp>
    <dsp:sp modelId="{CE7685F3-49E1-423D-96D5-832833A743B9}">
      <dsp:nvSpPr>
        <dsp:cNvPr id="0" name=""/>
        <dsp:cNvSpPr/>
      </dsp:nvSpPr>
      <dsp:spPr>
        <a:xfrm>
          <a:off x="5661890" y="559306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Specify feature</a:t>
          </a:r>
        </a:p>
      </dsp:txBody>
      <dsp:txXfrm>
        <a:off x="5697396" y="594812"/>
        <a:ext cx="1949441" cy="1141260"/>
      </dsp:txXfrm>
    </dsp:sp>
    <dsp:sp modelId="{E8F4B5B2-B46E-47D3-82A5-051C950DC3B2}">
      <dsp:nvSpPr>
        <dsp:cNvPr id="0" name=""/>
        <dsp:cNvSpPr/>
      </dsp:nvSpPr>
      <dsp:spPr>
        <a:xfrm>
          <a:off x="7860144" y="914906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860144" y="1015120"/>
        <a:ext cx="299835" cy="300644"/>
      </dsp:txXfrm>
    </dsp:sp>
    <dsp:sp modelId="{ED8AEDDD-14C7-476F-968E-81FE7DFD0E23}">
      <dsp:nvSpPr>
        <dsp:cNvPr id="0" name=""/>
        <dsp:cNvSpPr/>
      </dsp:nvSpPr>
      <dsp:spPr>
        <a:xfrm>
          <a:off x="8490525" y="559306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Plan solution</a:t>
          </a:r>
        </a:p>
      </dsp:txBody>
      <dsp:txXfrm>
        <a:off x="8526031" y="594812"/>
        <a:ext cx="1949441" cy="1141260"/>
      </dsp:txXfrm>
    </dsp:sp>
    <dsp:sp modelId="{F8AF402D-9113-48EB-86E6-162B69AD3C9E}">
      <dsp:nvSpPr>
        <dsp:cNvPr id="0" name=""/>
        <dsp:cNvSpPr/>
      </dsp:nvSpPr>
      <dsp:spPr>
        <a:xfrm rot="5400000">
          <a:off x="9286584" y="1913010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9350431" y="1949378"/>
        <a:ext cx="300644" cy="299835"/>
      </dsp:txXfrm>
    </dsp:sp>
    <dsp:sp modelId="{7EDD9FD2-0E07-4FF1-8DE1-F32B74FD552F}">
      <dsp:nvSpPr>
        <dsp:cNvPr id="0" name=""/>
        <dsp:cNvSpPr/>
      </dsp:nvSpPr>
      <dsp:spPr>
        <a:xfrm>
          <a:off x="8490525" y="2579759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Breakdown tasks</a:t>
          </a:r>
        </a:p>
      </dsp:txBody>
      <dsp:txXfrm>
        <a:off x="8526031" y="2615265"/>
        <a:ext cx="1949441" cy="1141260"/>
      </dsp:txXfrm>
    </dsp:sp>
    <dsp:sp modelId="{C9DE3BAC-5025-4013-AD3E-7F017AF37797}">
      <dsp:nvSpPr>
        <dsp:cNvPr id="0" name=""/>
        <dsp:cNvSpPr/>
      </dsp:nvSpPr>
      <dsp:spPr>
        <a:xfrm rot="10800000">
          <a:off x="7884389" y="2935359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8012890" y="3035573"/>
        <a:ext cx="299835" cy="300644"/>
      </dsp:txXfrm>
    </dsp:sp>
    <dsp:sp modelId="{E06458B4-B952-481E-A84A-F36C8EAAE908}">
      <dsp:nvSpPr>
        <dsp:cNvPr id="0" name=""/>
        <dsp:cNvSpPr/>
      </dsp:nvSpPr>
      <dsp:spPr>
        <a:xfrm>
          <a:off x="5661890" y="2579759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Analyze tasks</a:t>
          </a:r>
        </a:p>
      </dsp:txBody>
      <dsp:txXfrm>
        <a:off x="5697396" y="2615265"/>
        <a:ext cx="1949441" cy="1141260"/>
      </dsp:txXfrm>
    </dsp:sp>
    <dsp:sp modelId="{36B0EA71-80B2-4C6E-B654-DC0CE11F477C}">
      <dsp:nvSpPr>
        <dsp:cNvPr id="0" name=""/>
        <dsp:cNvSpPr/>
      </dsp:nvSpPr>
      <dsp:spPr>
        <a:xfrm rot="10800000">
          <a:off x="5055754" y="2935359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184255" y="3035573"/>
        <a:ext cx="299835" cy="300644"/>
      </dsp:txXfrm>
    </dsp:sp>
    <dsp:sp modelId="{0630560F-EBAF-4517-9555-64EBFC4659C8}">
      <dsp:nvSpPr>
        <dsp:cNvPr id="0" name=""/>
        <dsp:cNvSpPr/>
      </dsp:nvSpPr>
      <dsp:spPr>
        <a:xfrm>
          <a:off x="2833255" y="2579759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Execute</a:t>
          </a:r>
        </a:p>
      </dsp:txBody>
      <dsp:txXfrm>
        <a:off x="2868761" y="2615265"/>
        <a:ext cx="1949441" cy="1141260"/>
      </dsp:txXfrm>
    </dsp:sp>
    <dsp:sp modelId="{C63CC3F7-FB4E-46F6-A847-E78F94B30030}">
      <dsp:nvSpPr>
        <dsp:cNvPr id="0" name=""/>
        <dsp:cNvSpPr/>
      </dsp:nvSpPr>
      <dsp:spPr>
        <a:xfrm rot="10800000">
          <a:off x="2227119" y="2935359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2355620" y="3035573"/>
        <a:ext cx="299835" cy="300644"/>
      </dsp:txXfrm>
    </dsp:sp>
    <dsp:sp modelId="{BB66F779-6FA4-45CD-B162-FF09B72C5148}">
      <dsp:nvSpPr>
        <dsp:cNvPr id="0" name=""/>
        <dsp:cNvSpPr/>
      </dsp:nvSpPr>
      <dsp:spPr>
        <a:xfrm>
          <a:off x="4621" y="2579759"/>
          <a:ext cx="2020453" cy="121227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Deliver</a:t>
          </a:r>
        </a:p>
      </dsp:txBody>
      <dsp:txXfrm>
        <a:off x="40127" y="2615265"/>
        <a:ext cx="1949441" cy="1141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B7746-A611-4F02-A2C4-1B08E78C99B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629FE-F6D4-44DB-885A-6416E1AD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6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83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DE473-CC2A-499E-93FB-25913BE06A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21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97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7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5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44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73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63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60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15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0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53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07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84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44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80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01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19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8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901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95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251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040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89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451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40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248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656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693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001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143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006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652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306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202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039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694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43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396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406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161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099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346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125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92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629FE-F6D4-44DB-885A-6416E1ADE7C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7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FC49-3D23-F658-F526-7A64BABF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892C2-49DB-623F-313B-50EE8CA23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CCC56-89DF-E9A4-B14B-1DBB821E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FB64C-9D0A-D5CF-ED07-9EB38CD2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7F5D2-2496-03EE-3241-15478A892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93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3591-450A-CF0D-F285-F0A616F12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53F2-BC29-CF8B-4FE8-62D50E8EF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9AE51-92B2-541B-50E5-06F88B1C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F0F11-5A62-2E4E-0641-5AC70D4C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C0583-C756-F5C3-AB3A-A7CAF7E6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60A7-4BB6-9F2C-A791-1A5EC8A8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F7693-4BB5-AF2D-7219-233900DD5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2539B-2088-CC8D-22B5-3293B52E6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DBFEF-6700-0B4A-7E36-63F84EA0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F4128-6CF9-C43C-0D38-9473F0BC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7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003E-1903-4AA7-8355-0D225887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0AF9C-C38C-E86E-2A82-E0C42F900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97EA9-B3A5-C8BF-4085-5795A1A37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FD312-DCB6-A9B4-CD1B-2CBADDD29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BB113-1250-DDBD-3941-40BA867E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DB017-956D-BE52-312E-C9530BF1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0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E47C8-0272-138F-BB2A-3FAE8FB9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6A1D7-D9A6-415A-1D4B-0860351F1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DFE12-98ED-323E-33A1-44C98AA76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6D1EF-1819-CE4E-4F92-ECC0EE987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6A5A9A-D840-B43F-2CA4-0F3C1EC5E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5940C-8E8C-ACBB-AA9C-2D71BC658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EC617-71C2-4C82-14AA-4F4FDBE7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FCCA24-ACB3-227D-4149-D8AA6A7E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00FC-06B3-9635-9364-88D76D81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B0AE9-603F-94AB-E731-CA952FCC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EFDCC-81D0-832B-7E90-677F7FF0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FD292-9011-3DA7-D705-1246DA57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3FF4F-F28D-188B-1F86-C9F6F452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2253F-6B5D-F22B-5267-9A31A1E2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F34B1-389D-784B-59B7-957FCA01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2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FB3F-734D-E660-8A00-FD858509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72ACB-6B0D-39A8-4D70-D2F8CABF8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9AE30-1B3A-6F3F-6871-59AD11C20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6CB83-905F-79D3-B18B-AF6114CB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A6BA0-09DA-F1C7-7C27-367226C3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FF32B-04F0-3EFF-C72A-B9AA97FE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36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D413-EF2C-1E9F-DA38-0614987A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B6DDC-C3F9-F7C1-E895-E2D0108C6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4F5FB-36DF-D9AD-1C7E-39EA07C46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B41BC-E6D2-8559-2972-62B4CAAB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91349-22BB-C070-B744-425D8A3D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525F6-F569-062B-013C-8AFBAECB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8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C26B-3578-86E8-7E9F-49161F4C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5CC18-6617-29E9-1FE5-7108B76ED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51D2C-23B5-0C3D-DF18-4F80CF6F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EDDD3-997A-C53C-7163-64FBAB6E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34A19-5B7F-BA56-8DC5-21FF2D54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1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68CCD-DD03-596F-945E-5B175DBB0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EC3E5-2701-F9E0-DCBC-AE63F9890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E59AC-0713-8161-FCA7-B6F1707B4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D23DB-3416-41E4-FE38-4A40C6328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CC519-E386-8CC5-D222-983EC990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8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33637-3EEE-68AE-E4A2-32A37165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5FBEF-9C51-80FF-71B4-843852DB3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14AD6-D918-8A95-2493-957587783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8835C-E1A3-44D8-945B-53E0C31D950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ED4A7-34E6-EEA4-4EA7-E0079F3D6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50258-D267-3DF3-993B-90FBD5AFE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66E8F2-B5BE-400D-A5DE-2A2963751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8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mailto:peter@peterRitchie.com" TargetMode="External"/><Relationship Id="rId3" Type="http://schemas.openxmlformats.org/officeDocument/2006/relationships/hyperlink" Target="https://bit.ly/4AzTYvJ" TargetMode="External"/><Relationship Id="rId7" Type="http://schemas.openxmlformats.org/officeDocument/2006/relationships/hyperlink" Target="https://bsky.app/profile/peterritchie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peteraritchie" TargetMode="External"/><Relationship Id="rId5" Type="http://schemas.openxmlformats.org/officeDocument/2006/relationships/hyperlink" Target="https://github.com/peteraritchie" TargetMode="External"/><Relationship Id="rId4" Type="http://schemas.openxmlformats.org/officeDocument/2006/relationships/hyperlink" Target="https://blog.peterritchie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www.manning.com/books/timeless-algorithms-the-foundational-ideas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github.com/spec-kit/quickstart.html" TargetMode="External"/><Relationship Id="rId5" Type="http://schemas.openxmlformats.org/officeDocument/2006/relationships/hyperlink" Target="https://www.domainlanguage.com/wp-content/uploads/2016/05/DDD_Reference_2015-03.pdf" TargetMode="External"/><Relationship Id="rId4" Type="http://schemas.openxmlformats.org/officeDocument/2006/relationships/hyperlink" Target="https://www.youtube.com/watch?v=U3Y6oPWcWo0" TargetMode="External"/><Relationship Id="rId9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mailto:peter@peterRitchie.com" TargetMode="External"/><Relationship Id="rId3" Type="http://schemas.openxmlformats.org/officeDocument/2006/relationships/hyperlink" Target="https://bit.ly/4AzTYvJ" TargetMode="External"/><Relationship Id="rId7" Type="http://schemas.openxmlformats.org/officeDocument/2006/relationships/hyperlink" Target="https://bsky.app/profile/peterritchie.com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peteraritchie" TargetMode="External"/><Relationship Id="rId5" Type="http://schemas.openxmlformats.org/officeDocument/2006/relationships/hyperlink" Target="https://github.com/peteraritchie" TargetMode="External"/><Relationship Id="rId4" Type="http://schemas.openxmlformats.org/officeDocument/2006/relationships/hyperlink" Target="https://blog.peterritchi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FF13-30BD-6510-1067-896CD0F1C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Domain-Driven Design</a:t>
            </a:r>
            <a:br>
              <a:rPr lang="en-US"/>
            </a:br>
            <a:r>
              <a:rPr lang="en-US"/>
              <a:t>In the AI Era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C7BD7-F294-FE09-E95A-24DDDD2E26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Peter Ritchie</a:t>
            </a:r>
          </a:p>
        </p:txBody>
      </p:sp>
    </p:spTree>
    <p:extLst>
      <p:ext uri="{BB962C8B-B14F-4D97-AF65-F5344CB8AC3E}">
        <p14:creationId xmlns:p14="http://schemas.microsoft.com/office/powerpoint/2010/main" val="2745420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EDED45-3945-2A3F-8570-8D7366100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92" y="242047"/>
            <a:ext cx="12233984" cy="637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3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E7BE-9614-26F9-4D82-D5D2FECF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09C06-9EA7-E623-E1C2-352275E84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Freelance technologist specializing in helping teams deliver software solutions</a:t>
            </a:r>
          </a:p>
          <a:p>
            <a:pPr lvl="1"/>
            <a:r>
              <a:rPr lang="en-US" dirty="0"/>
              <a:t>Software Architect</a:t>
            </a:r>
          </a:p>
          <a:p>
            <a:pPr lvl="1"/>
            <a:r>
              <a:rPr lang="en-US" dirty="0"/>
              <a:t>Fractional Solution Architect</a:t>
            </a:r>
          </a:p>
          <a:p>
            <a:pPr lvl="1"/>
            <a:r>
              <a:rPr lang="en-US" dirty="0"/>
              <a:t>Fractional Developer Lead</a:t>
            </a:r>
          </a:p>
          <a:p>
            <a:r>
              <a:rPr lang="en-US" dirty="0"/>
              <a:t>In industry for over 30 years</a:t>
            </a:r>
          </a:p>
          <a:p>
            <a:r>
              <a:rPr lang="en-US" dirty="0"/>
              <a:t>Author of 3 books on .NET Development</a:t>
            </a:r>
          </a:p>
          <a:p>
            <a:r>
              <a:rPr lang="en-US" dirty="0"/>
              <a:t>Former Microsoft MVP award in .NET (13), ASP.NET Insider</a:t>
            </a:r>
          </a:p>
          <a:p>
            <a:r>
              <a:rPr lang="en-US" dirty="0"/>
              <a:t>Certified Azure, </a:t>
            </a:r>
            <a:r>
              <a:rPr lang="en-US" dirty="0" err="1"/>
              <a:t>SAFe</a:t>
            </a:r>
            <a:r>
              <a:rPr lang="en-US" dirty="0"/>
              <a:t>, and SOA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34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340D9-B3B0-A060-0B44-EF7C5856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49E1-49B8-5D72-16B0-936F6A87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4CD4-C3CC-A6BB-6FAD-F6C637C9B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Session Materials: </a:t>
            </a:r>
            <a:r>
              <a:rPr lang="en-US" sz="3200" dirty="0">
                <a:hlinkClick r:id="rId3"/>
              </a:rPr>
              <a:t>https://bit.ly/4AzTYvJ</a:t>
            </a:r>
            <a:endParaRPr lang="en-US" sz="3200" dirty="0"/>
          </a:p>
          <a:p>
            <a:r>
              <a:rPr lang="en-US" sz="3200" dirty="0">
                <a:hlinkClick r:id="rId4"/>
              </a:rPr>
              <a:t>https://blog.peterRitchie.com</a:t>
            </a:r>
            <a:endParaRPr lang="en-US" sz="3200" dirty="0"/>
          </a:p>
          <a:p>
            <a:r>
              <a:rPr lang="en-US" sz="3200" dirty="0">
                <a:hlinkClick r:id="rId5"/>
              </a:rPr>
              <a:t>https://github.com/peteraritchie</a:t>
            </a:r>
            <a:endParaRPr lang="en-US" sz="3200" dirty="0"/>
          </a:p>
          <a:p>
            <a:r>
              <a:rPr lang="en-US" sz="3200" dirty="0">
                <a:hlinkClick r:id="rId6"/>
              </a:rPr>
              <a:t>https://www.linkedin.com/in/peteraritchie</a:t>
            </a:r>
            <a:endParaRPr lang="en-US" sz="3200" dirty="0"/>
          </a:p>
          <a:p>
            <a:r>
              <a:rPr lang="en-US" sz="3200" dirty="0">
                <a:hlinkClick r:id="rId7"/>
              </a:rPr>
              <a:t>https://bsky.app/profile/peterritchie.com</a:t>
            </a:r>
            <a:endParaRPr lang="en-US" sz="3200" dirty="0"/>
          </a:p>
          <a:p>
            <a:r>
              <a:rPr lang="en-US" sz="3200" dirty="0">
                <a:hlinkClick r:id="rId8"/>
              </a:rPr>
              <a:t>peter@peterRitchie.com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6329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213AA-578F-810D-0561-04D14F76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6A5C4-D0BC-2890-F46A-8BF605AF5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AI is and isn’t</a:t>
            </a:r>
          </a:p>
          <a:p>
            <a:r>
              <a:rPr lang="en-US" sz="3200" dirty="0"/>
              <a:t>AI features and caveats</a:t>
            </a:r>
          </a:p>
          <a:p>
            <a:r>
              <a:rPr lang="en-US" sz="3200" dirty="0"/>
              <a:t>Domain-Driven Design features and caveats</a:t>
            </a:r>
          </a:p>
          <a:p>
            <a:r>
              <a:rPr lang="en-US" sz="3200" dirty="0"/>
              <a:t>Goals of AI use with Domain-Driven Design</a:t>
            </a:r>
          </a:p>
          <a:p>
            <a:r>
              <a:rPr lang="en-US" sz="3200" dirty="0"/>
              <a:t>Shifting insight left</a:t>
            </a:r>
          </a:p>
          <a:p>
            <a:r>
              <a:rPr lang="en-US" sz="3200" dirty="0"/>
              <a:t>AI in strategic design</a:t>
            </a:r>
          </a:p>
          <a:p>
            <a:r>
              <a:rPr lang="en-US" sz="3200" dirty="0"/>
              <a:t>AI in tactical implementation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24513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44C9-E138-707D-7D2E-FC053B9B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AI is and isn’t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201F-B93F-43F7-4708-DE95580D3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79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2ADE-944C-F700-CA38-7EB4ADB3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AI (Large Language Models, Agents)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AA839-6440-3DC2-8A8A-43E0BD115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natural language processing tool</a:t>
            </a:r>
          </a:p>
          <a:p>
            <a:r>
              <a:rPr lang="en-US" dirty="0"/>
              <a:t>Generative Pre-trained Transformer</a:t>
            </a:r>
          </a:p>
          <a:p>
            <a:pPr lvl="1"/>
            <a:r>
              <a:rPr lang="en-US" dirty="0"/>
              <a:t>Generate new information from prompt and context</a:t>
            </a:r>
          </a:p>
          <a:p>
            <a:r>
              <a:rPr lang="en-US" dirty="0"/>
              <a:t>Statistical prediction engine</a:t>
            </a:r>
          </a:p>
          <a:p>
            <a:pPr lvl="1"/>
            <a:r>
              <a:rPr lang="en-US" dirty="0"/>
              <a:t>guesses the next word or token in a sequence based on patterns learned from vast amounts of text</a:t>
            </a:r>
          </a:p>
          <a:p>
            <a:r>
              <a:rPr lang="en-US" dirty="0"/>
              <a:t>May predict information never stated before (generative)</a:t>
            </a:r>
          </a:p>
          <a:p>
            <a:r>
              <a:rPr lang="en-US" dirty="0"/>
              <a:t>Uses semantics (meaning) to connect related information</a:t>
            </a:r>
          </a:p>
        </p:txBody>
      </p:sp>
    </p:spTree>
    <p:extLst>
      <p:ext uri="{BB962C8B-B14F-4D97-AF65-F5344CB8AC3E}">
        <p14:creationId xmlns:p14="http://schemas.microsoft.com/office/powerpoint/2010/main" val="275949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C38A-6584-B206-C3B1-230441FE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5BA4-2056-EA50-E7C7-FD3DDBC26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LLMs</a:t>
            </a:r>
          </a:p>
          <a:p>
            <a:pPr lvl="1"/>
            <a:r>
              <a:rPr lang="en-US" sz="2800" dirty="0"/>
              <a:t>Stateless generation</a:t>
            </a:r>
          </a:p>
          <a:p>
            <a:pPr lvl="1"/>
            <a:r>
              <a:rPr lang="en-US" sz="2800" dirty="0"/>
              <a:t>Language understanding</a:t>
            </a:r>
          </a:p>
          <a:p>
            <a:pPr lvl="1"/>
            <a:r>
              <a:rPr lang="en-US" sz="2800" dirty="0"/>
              <a:t>In-context “learning”</a:t>
            </a:r>
          </a:p>
          <a:p>
            <a:r>
              <a:rPr lang="en-US" sz="3200" dirty="0"/>
              <a:t>Agents</a:t>
            </a:r>
          </a:p>
          <a:p>
            <a:pPr lvl="1"/>
            <a:r>
              <a:rPr lang="en-US" sz="2800" dirty="0"/>
              <a:t>Agentic loop</a:t>
            </a:r>
          </a:p>
          <a:p>
            <a:pPr lvl="1"/>
            <a:r>
              <a:rPr lang="en-US" sz="2800" dirty="0"/>
              <a:t>Tool usage</a:t>
            </a:r>
          </a:p>
          <a:p>
            <a:pPr lvl="1"/>
            <a:r>
              <a:rPr lang="en-US" sz="2800" dirty="0"/>
              <a:t>Memory management</a:t>
            </a:r>
          </a:p>
          <a:p>
            <a:r>
              <a:rPr lang="en-US" sz="3200" dirty="0"/>
              <a:t>Context window attention</a:t>
            </a:r>
          </a:p>
        </p:txBody>
      </p:sp>
    </p:spTree>
    <p:extLst>
      <p:ext uri="{BB962C8B-B14F-4D97-AF65-F5344CB8AC3E}">
        <p14:creationId xmlns:p14="http://schemas.microsoft.com/office/powerpoint/2010/main" val="156485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F3887-2059-2F97-6870-01A1AB85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similarity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4232B0-1DD0-42B9-2082-95E5BA3FF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38167" y="2181861"/>
            <a:ext cx="6515665" cy="36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7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7E8C5-DAA5-0CB8-F9FD-BCC435CF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BA7A05-C5C6-BA4A-C722-82D6EB8EE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3885" y="0"/>
            <a:ext cx="12279771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2B7295A-2A8E-EE48-F4C2-156013E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67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1622-7134-880A-10AF-1B48E3E2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similarity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EC979C-A94C-3585-23D9-0DEA99EA0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79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D6FF-8AB6-E3E6-B477-EF354C739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16A93A-4099-731D-ACE0-389B05348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6861" y="0"/>
            <a:ext cx="6838278" cy="683827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BF800FF-5406-A72D-C0EA-420AAAA4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58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060B-50E6-062D-AED9-BDBD1A44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is another tool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F18B8D-90CA-5547-F2B6-304B424E7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5554" y="1825625"/>
            <a:ext cx="29008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23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047AD96-730A-DB87-06E2-3E2D378CF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915" y="260872"/>
            <a:ext cx="4224170" cy="633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07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60DD-F1F1-F421-CC1D-F01DEFF9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isn’t…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B79E9-1A92-3314-B5BA-2A82F1AF9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Magic</a:t>
            </a:r>
          </a:p>
          <a:p>
            <a:r>
              <a:rPr lang="en-US" sz="3200" dirty="0"/>
              <a:t>Able to reason, be objective, or have conscious</a:t>
            </a:r>
          </a:p>
          <a:p>
            <a:r>
              <a:rPr lang="en-US" sz="3200" dirty="0"/>
              <a:t>Better than the information it was trained on</a:t>
            </a:r>
          </a:p>
          <a:p>
            <a:pPr lvl="1"/>
            <a:r>
              <a:rPr lang="en-US" sz="2800" dirty="0"/>
              <a:t>Repeats, amplifies whatever it’s trained on</a:t>
            </a:r>
          </a:p>
          <a:p>
            <a:r>
              <a:rPr lang="en-US" sz="3200" dirty="0"/>
              <a:t>Deterministic</a:t>
            </a:r>
          </a:p>
        </p:txBody>
      </p:sp>
    </p:spTree>
    <p:extLst>
      <p:ext uri="{BB962C8B-B14F-4D97-AF65-F5344CB8AC3E}">
        <p14:creationId xmlns:p14="http://schemas.microsoft.com/office/powerpoint/2010/main" val="400644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8ED6-C534-49D5-941E-76D0B4D1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DE5DC-D738-4801-42CA-7E58750B0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a prediction that isn’t real</a:t>
            </a:r>
          </a:p>
          <a:p>
            <a:r>
              <a:rPr lang="en-US" dirty="0"/>
              <a:t>Hallucinations</a:t>
            </a:r>
          </a:p>
          <a:p>
            <a:pPr lvl="1"/>
            <a:r>
              <a:rPr lang="en-US" dirty="0"/>
              <a:t>Predicted information that was mathematically likely, but not true</a:t>
            </a:r>
          </a:p>
          <a:p>
            <a:r>
              <a:rPr lang="en-US" dirty="0"/>
              <a:t>Bad training data</a:t>
            </a:r>
          </a:p>
          <a:p>
            <a:r>
              <a:rPr lang="en-US" dirty="0"/>
              <a:t>Biased training data</a:t>
            </a:r>
          </a:p>
          <a:p>
            <a:r>
              <a:rPr lang="en-US" dirty="0"/>
              <a:t>Misinterpreted data</a:t>
            </a:r>
          </a:p>
          <a:p>
            <a:r>
              <a:rPr lang="en-US" dirty="0"/>
              <a:t>Amplification of error and technical debt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68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3304-2BA3-7B44-FF10-33E459D0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 all data is good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1B8494-2D38-607C-3837-A99630FC3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04900" y="1825625"/>
            <a:ext cx="75821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51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03F9-707F-C164-33B3-1829ACBC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8BE75-94A1-ADE2-7CD9-CE7F7982A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515" y="0"/>
            <a:ext cx="11950053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AF930AA-359B-33FE-A82D-F942C9DA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84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943B-F5EC-1633-D7A5-2DBF4F43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Misinterpreted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3D929F-4ABA-66C5-EBE1-BDBA78DF1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4238" y="1825625"/>
            <a:ext cx="60435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65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D809-BF49-8C6A-CA9A-D9582B07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B857E7-720E-CF5F-B950-EE78C1462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3501" y="0"/>
            <a:ext cx="9524999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F0F2098-F8A2-793F-BE9C-896CBC07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91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32F34-3EEC-9716-DFF3-76BA19B0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6CDF-F7BC-95FA-ABF2-A6ED1441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Domain-Driven Design features and risks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20D4B-1FD3-6402-2E3F-296E4BBDE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70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84317-9527-E52A-CC75-5822ADFD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of Domain-Driven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9EB3-9A5B-F529-BFDB-67FA82961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/>
              <a:t>Recognize and address complexity</a:t>
            </a:r>
          </a:p>
          <a:p>
            <a:r>
              <a:rPr lang="en-US" sz="3200"/>
              <a:t>Achieve common understanding of business domain</a:t>
            </a:r>
          </a:p>
          <a:p>
            <a:pPr lvl="1"/>
            <a:r>
              <a:rPr lang="en-US" sz="2800"/>
              <a:t>Described in a domain model, using a single business language</a:t>
            </a:r>
          </a:p>
          <a:p>
            <a:r>
              <a:rPr lang="en-US" sz="3200"/>
              <a:t>Structure and build software directly mirroring the business domain and its language</a:t>
            </a:r>
          </a:p>
          <a:p>
            <a:r>
              <a:rPr lang="en-US" sz="3200"/>
              <a:t>Refine domain understanding through learned insights</a:t>
            </a:r>
          </a:p>
          <a:p>
            <a:r>
              <a:rPr lang="en-US" sz="3200"/>
              <a:t>Focus on the domain and the domain logic</a:t>
            </a:r>
          </a:p>
          <a:p>
            <a:pPr lvl="1"/>
            <a:r>
              <a:rPr lang="en-US" sz="2800"/>
              <a:t>Isolation and modularization of domain from other concerns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90182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9076-3FFC-5EC5-2583-631FA7F1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8DE5-5391-A368-FB01-E0A9F4368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88466A-2FA9-BFB1-BCC0-C938B5D276F1}"/>
              </a:ext>
            </a:extLst>
          </p:cNvPr>
          <p:cNvGrpSpPr/>
          <p:nvPr/>
        </p:nvGrpSpPr>
        <p:grpSpPr>
          <a:xfrm>
            <a:off x="3985846" y="1840395"/>
            <a:ext cx="4220308" cy="4290912"/>
            <a:chOff x="2280130" y="644351"/>
            <a:chExt cx="5799132" cy="589614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FDE1D1-CEBA-AB85-0D38-D79F31B694AA}"/>
                </a:ext>
              </a:extLst>
            </p:cNvPr>
            <p:cNvSpPr/>
            <p:nvPr/>
          </p:nvSpPr>
          <p:spPr>
            <a:xfrm>
              <a:off x="7429500" y="361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0740FC-CFB4-8066-C740-C4288D645026}"/>
                </a:ext>
              </a:extLst>
            </p:cNvPr>
            <p:cNvSpPr/>
            <p:nvPr/>
          </p:nvSpPr>
          <p:spPr>
            <a:xfrm>
              <a:off x="7613650" y="380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C726B8D-1AB5-FC69-F82C-C89798A55FA4}"/>
                </a:ext>
              </a:extLst>
            </p:cNvPr>
            <p:cNvSpPr/>
            <p:nvPr/>
          </p:nvSpPr>
          <p:spPr>
            <a:xfrm>
              <a:off x="7089204" y="488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4A5FAA-36B3-4E69-1F47-6A4A55F397DF}"/>
                </a:ext>
              </a:extLst>
            </p:cNvPr>
            <p:cNvSpPr/>
            <p:nvPr/>
          </p:nvSpPr>
          <p:spPr>
            <a:xfrm>
              <a:off x="7273354" y="507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AA1C843-979E-364C-8745-8CB4E1D3088A}"/>
                </a:ext>
              </a:extLst>
            </p:cNvPr>
            <p:cNvSpPr/>
            <p:nvPr/>
          </p:nvSpPr>
          <p:spPr>
            <a:xfrm>
              <a:off x="6159500" y="5819204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8E34A5-5262-CF19-6D01-B96AEC84A441}"/>
                </a:ext>
              </a:extLst>
            </p:cNvPr>
            <p:cNvSpPr/>
            <p:nvPr/>
          </p:nvSpPr>
          <p:spPr>
            <a:xfrm>
              <a:off x="6343650" y="6003354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D2EE642-C86A-9EC4-40C1-0B4BAC871519}"/>
                </a:ext>
              </a:extLst>
            </p:cNvPr>
            <p:cNvSpPr/>
            <p:nvPr/>
          </p:nvSpPr>
          <p:spPr>
            <a:xfrm>
              <a:off x="4889500" y="615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F4CE39-CB52-F675-DC1A-B2F95EBB484A}"/>
                </a:ext>
              </a:extLst>
            </p:cNvPr>
            <p:cNvSpPr/>
            <p:nvPr/>
          </p:nvSpPr>
          <p:spPr>
            <a:xfrm>
              <a:off x="5073650" y="634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DFF2E6E-F0F1-9CD7-4500-27899AB4DB32}"/>
                </a:ext>
              </a:extLst>
            </p:cNvPr>
            <p:cNvSpPr/>
            <p:nvPr/>
          </p:nvSpPr>
          <p:spPr>
            <a:xfrm>
              <a:off x="3619500" y="5819204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FEB3DBF-61B8-E9EF-AD58-94926BBDA38F}"/>
                </a:ext>
              </a:extLst>
            </p:cNvPr>
            <p:cNvSpPr/>
            <p:nvPr/>
          </p:nvSpPr>
          <p:spPr>
            <a:xfrm>
              <a:off x="3803650" y="6003354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5B9D984-636D-E624-9CF1-080B179C7958}"/>
                </a:ext>
              </a:extLst>
            </p:cNvPr>
            <p:cNvSpPr/>
            <p:nvPr/>
          </p:nvSpPr>
          <p:spPr>
            <a:xfrm>
              <a:off x="2689796" y="488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6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CD75B36-F8B3-29F9-FD7F-FAFE16E4EDCB}"/>
                </a:ext>
              </a:extLst>
            </p:cNvPr>
            <p:cNvSpPr/>
            <p:nvPr/>
          </p:nvSpPr>
          <p:spPr>
            <a:xfrm>
              <a:off x="2873946" y="507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6385C9E-9AEF-8C4A-962C-7CEBD8B85708}"/>
                </a:ext>
              </a:extLst>
            </p:cNvPr>
            <p:cNvSpPr/>
            <p:nvPr/>
          </p:nvSpPr>
          <p:spPr>
            <a:xfrm>
              <a:off x="2349500" y="361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7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2DD2EF9-FA25-63E6-8BDA-83470FA0D7FD}"/>
                </a:ext>
              </a:extLst>
            </p:cNvPr>
            <p:cNvSpPr/>
            <p:nvPr/>
          </p:nvSpPr>
          <p:spPr>
            <a:xfrm>
              <a:off x="2533650" y="380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F95F8B6-5798-3396-5DB2-430D2AA9CDA4}"/>
                </a:ext>
              </a:extLst>
            </p:cNvPr>
            <p:cNvSpPr/>
            <p:nvPr/>
          </p:nvSpPr>
          <p:spPr>
            <a:xfrm>
              <a:off x="2689796" y="234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8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E84015-56DF-1D51-D4BA-EC8DADCD6376}"/>
                </a:ext>
              </a:extLst>
            </p:cNvPr>
            <p:cNvSpPr/>
            <p:nvPr/>
          </p:nvSpPr>
          <p:spPr>
            <a:xfrm>
              <a:off x="2873946" y="253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7B01491-9B76-273B-7AF3-F2872E0A3888}"/>
                </a:ext>
              </a:extLst>
            </p:cNvPr>
            <p:cNvSpPr/>
            <p:nvPr/>
          </p:nvSpPr>
          <p:spPr>
            <a:xfrm>
              <a:off x="3619500" y="1419796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9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0AB5BED-7594-B778-2283-CD06146472E1}"/>
                </a:ext>
              </a:extLst>
            </p:cNvPr>
            <p:cNvSpPr/>
            <p:nvPr/>
          </p:nvSpPr>
          <p:spPr>
            <a:xfrm>
              <a:off x="3803650" y="1603946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B028D1E-5F0E-0F56-DF29-F3E1DB3EA8B2}"/>
                </a:ext>
              </a:extLst>
            </p:cNvPr>
            <p:cNvSpPr/>
            <p:nvPr/>
          </p:nvSpPr>
          <p:spPr>
            <a:xfrm>
              <a:off x="4889500" y="107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D69530-9BA6-8973-D1FE-1FD1F232F592}"/>
                </a:ext>
              </a:extLst>
            </p:cNvPr>
            <p:cNvSpPr/>
            <p:nvPr/>
          </p:nvSpPr>
          <p:spPr>
            <a:xfrm>
              <a:off x="5073650" y="126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60659EA-2DFD-02B0-1064-FBE3D9FA0512}"/>
                </a:ext>
              </a:extLst>
            </p:cNvPr>
            <p:cNvSpPr/>
            <p:nvPr/>
          </p:nvSpPr>
          <p:spPr>
            <a:xfrm>
              <a:off x="6159500" y="1419796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11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27292E-D24F-5EF2-4790-A9FDEFBF09DA}"/>
                </a:ext>
              </a:extLst>
            </p:cNvPr>
            <p:cNvSpPr/>
            <p:nvPr/>
          </p:nvSpPr>
          <p:spPr>
            <a:xfrm>
              <a:off x="6343650" y="1603946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000FA41-0EDF-8435-8B21-E4816AB0D4ED}"/>
                </a:ext>
              </a:extLst>
            </p:cNvPr>
            <p:cNvSpPr/>
            <p:nvPr/>
          </p:nvSpPr>
          <p:spPr>
            <a:xfrm>
              <a:off x="7089204" y="234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C4DDF3E-B433-ED75-A259-0FEA380B2AEF}"/>
                </a:ext>
              </a:extLst>
            </p:cNvPr>
            <p:cNvSpPr/>
            <p:nvPr/>
          </p:nvSpPr>
          <p:spPr>
            <a:xfrm>
              <a:off x="7273354" y="253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707A753-3735-E624-02C6-3CBB859E5AD7}"/>
                </a:ext>
              </a:extLst>
            </p:cNvPr>
            <p:cNvSpPr/>
            <p:nvPr/>
          </p:nvSpPr>
          <p:spPr>
            <a:xfrm>
              <a:off x="7279704" y="3810000"/>
              <a:ext cx="561763" cy="1270000"/>
            </a:xfrm>
            <a:custGeom>
              <a:avLst/>
              <a:gdLst>
                <a:gd name="csX0" fmla="*/ 340296 w 561763"/>
                <a:gd name="csY0" fmla="*/ 0 h 1270000"/>
                <a:gd name="csX1" fmla="*/ 561716 w 561763"/>
                <a:gd name="csY1" fmla="*/ 698673 h 1270000"/>
                <a:gd name="csX2" fmla="*/ 321630 w 561763"/>
                <a:gd name="csY2" fmla="*/ 234116 h 1270000"/>
                <a:gd name="csX3" fmla="*/ 0 w 561763"/>
                <a:gd name="csY3" fmla="*/ 127000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61763" h="1270000">
                  <a:moveTo>
                    <a:pt x="340296" y="0"/>
                  </a:moveTo>
                  <a:cubicBezTo>
                    <a:pt x="414103" y="232891"/>
                    <a:pt x="564827" y="659654"/>
                    <a:pt x="561716" y="698673"/>
                  </a:cubicBezTo>
                  <a:cubicBezTo>
                    <a:pt x="558605" y="737692"/>
                    <a:pt x="361226" y="106587"/>
                    <a:pt x="321630" y="234116"/>
                  </a:cubicBezTo>
                  <a:lnTo>
                    <a:pt x="0" y="127000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802005B-3758-9846-8FAB-B93E83B7D233}"/>
                </a:ext>
              </a:extLst>
            </p:cNvPr>
            <p:cNvSpPr/>
            <p:nvPr/>
          </p:nvSpPr>
          <p:spPr>
            <a:xfrm>
              <a:off x="6054974" y="3810000"/>
              <a:ext cx="1565025" cy="2199704"/>
            </a:xfrm>
            <a:custGeom>
              <a:avLst/>
              <a:gdLst>
                <a:gd name="csX0" fmla="*/ 1565025 w 1565025"/>
                <a:gd name="csY0" fmla="*/ 0 h 2199704"/>
                <a:gd name="csX1" fmla="*/ 552736 w 1565025"/>
                <a:gd name="csY1" fmla="*/ 1623232 h 2199704"/>
                <a:gd name="csX2" fmla="*/ 4229 w 1565025"/>
                <a:gd name="csY2" fmla="*/ 1596530 h 2199704"/>
                <a:gd name="csX3" fmla="*/ 295025 w 1565025"/>
                <a:gd name="csY3" fmla="*/ 2199704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5025" h="2199704">
                  <a:moveTo>
                    <a:pt x="1565025" y="0"/>
                  </a:moveTo>
                  <a:cubicBezTo>
                    <a:pt x="1227595" y="541077"/>
                    <a:pt x="812869" y="1357144"/>
                    <a:pt x="552736" y="1623232"/>
                  </a:cubicBezTo>
                  <a:cubicBezTo>
                    <a:pt x="292603" y="1889320"/>
                    <a:pt x="-41475" y="1501729"/>
                    <a:pt x="4229" y="1596530"/>
                  </a:cubicBezTo>
                  <a:lnTo>
                    <a:pt x="295025" y="219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91D5093-B91C-97E9-D080-17D9ED822D0E}"/>
                </a:ext>
              </a:extLst>
            </p:cNvPr>
            <p:cNvSpPr/>
            <p:nvPr/>
          </p:nvSpPr>
          <p:spPr>
            <a:xfrm>
              <a:off x="5080000" y="3810000"/>
              <a:ext cx="2540000" cy="2540000"/>
            </a:xfrm>
            <a:custGeom>
              <a:avLst/>
              <a:gdLst>
                <a:gd name="csX0" fmla="*/ 2540000 w 2540000"/>
                <a:gd name="csY0" fmla="*/ 0 h 2540000"/>
                <a:gd name="csX1" fmla="*/ 1869104 w 2540000"/>
                <a:gd name="csY1" fmla="*/ 1668217 h 2540000"/>
                <a:gd name="csX2" fmla="*/ 403897 w 2540000"/>
                <a:gd name="csY2" fmla="*/ 1106232 h 2540000"/>
                <a:gd name="csX3" fmla="*/ 0 w 2540000"/>
                <a:gd name="csY3" fmla="*/ 254000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2540000">
                  <a:moveTo>
                    <a:pt x="2540000" y="0"/>
                  </a:moveTo>
                  <a:cubicBezTo>
                    <a:pt x="2316368" y="556072"/>
                    <a:pt x="2225121" y="1483845"/>
                    <a:pt x="1869104" y="1668217"/>
                  </a:cubicBezTo>
                  <a:cubicBezTo>
                    <a:pt x="1513087" y="1852589"/>
                    <a:pt x="497100" y="775374"/>
                    <a:pt x="403897" y="1106232"/>
                  </a:cubicBezTo>
                  <a:lnTo>
                    <a:pt x="0" y="254000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EB7092E-1F7F-CE69-EA38-053CD34EEDB3}"/>
                </a:ext>
              </a:extLst>
            </p:cNvPr>
            <p:cNvSpPr/>
            <p:nvPr/>
          </p:nvSpPr>
          <p:spPr>
            <a:xfrm>
              <a:off x="3810000" y="3810000"/>
              <a:ext cx="3810000" cy="2199704"/>
            </a:xfrm>
            <a:custGeom>
              <a:avLst/>
              <a:gdLst>
                <a:gd name="csX0" fmla="*/ 3810000 w 3810000"/>
                <a:gd name="csY0" fmla="*/ 0 h 2199704"/>
                <a:gd name="csX1" fmla="*/ 2595790 w 3810000"/>
                <a:gd name="csY1" fmla="*/ 1653217 h 2199704"/>
                <a:gd name="csX2" fmla="*/ 1664086 w 3810000"/>
                <a:gd name="csY2" fmla="*/ 1979873 h 2199704"/>
                <a:gd name="csX3" fmla="*/ 0 w 3810000"/>
                <a:gd name="csY3" fmla="*/ 2199704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00" h="2199704">
                  <a:moveTo>
                    <a:pt x="3810000" y="0"/>
                  </a:moveTo>
                  <a:cubicBezTo>
                    <a:pt x="3405263" y="551072"/>
                    <a:pt x="2953442" y="1323238"/>
                    <a:pt x="2595790" y="1653217"/>
                  </a:cubicBezTo>
                  <a:cubicBezTo>
                    <a:pt x="2238138" y="1983196"/>
                    <a:pt x="2102394" y="1921971"/>
                    <a:pt x="1664086" y="1979873"/>
                  </a:cubicBezTo>
                  <a:lnTo>
                    <a:pt x="0" y="219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E6EF33C-4504-0C23-E3CC-6DA520A191BB}"/>
                </a:ext>
              </a:extLst>
            </p:cNvPr>
            <p:cNvSpPr/>
            <p:nvPr/>
          </p:nvSpPr>
          <p:spPr>
            <a:xfrm>
              <a:off x="2880296" y="3587782"/>
              <a:ext cx="4739704" cy="1492217"/>
            </a:xfrm>
            <a:custGeom>
              <a:avLst/>
              <a:gdLst>
                <a:gd name="csX0" fmla="*/ 4739704 w 4739704"/>
                <a:gd name="csY0" fmla="*/ 222217 h 1492217"/>
                <a:gd name="csX1" fmla="*/ 3077456 w 4739704"/>
                <a:gd name="csY1" fmla="*/ 11848 h 1492217"/>
                <a:gd name="csX2" fmla="*/ 3226258 w 4739704"/>
                <a:gd name="csY2" fmla="*/ 598173 h 1492217"/>
                <a:gd name="csX3" fmla="*/ 0 w 4739704"/>
                <a:gd name="csY3" fmla="*/ 1492217 h 14922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39704" h="1492217">
                  <a:moveTo>
                    <a:pt x="4739704" y="222217"/>
                  </a:moveTo>
                  <a:cubicBezTo>
                    <a:pt x="4185621" y="152094"/>
                    <a:pt x="3329697" y="-50811"/>
                    <a:pt x="3077456" y="11848"/>
                  </a:cubicBezTo>
                  <a:cubicBezTo>
                    <a:pt x="2825215" y="74507"/>
                    <a:pt x="3774754" y="446176"/>
                    <a:pt x="3226258" y="598173"/>
                  </a:cubicBezTo>
                  <a:lnTo>
                    <a:pt x="0" y="1492217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3326051-9687-E4BA-3779-B8415B358AE4}"/>
                </a:ext>
              </a:extLst>
            </p:cNvPr>
            <p:cNvSpPr/>
            <p:nvPr/>
          </p:nvSpPr>
          <p:spPr>
            <a:xfrm>
              <a:off x="2540000" y="3810000"/>
              <a:ext cx="5080000" cy="510766"/>
            </a:xfrm>
            <a:custGeom>
              <a:avLst/>
              <a:gdLst>
                <a:gd name="csX0" fmla="*/ 5080000 w 5080000"/>
                <a:gd name="csY0" fmla="*/ 0 h 510766"/>
                <a:gd name="csX1" fmla="*/ 2587374 w 5080000"/>
                <a:gd name="csY1" fmla="*/ 508848 h 510766"/>
                <a:gd name="csX2" fmla="*/ 1689426 w 5080000"/>
                <a:gd name="csY2" fmla="*/ 176133 h 510766"/>
                <a:gd name="csX3" fmla="*/ 0 w 5080000"/>
                <a:gd name="csY3" fmla="*/ 0 h 510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80000" h="510766">
                  <a:moveTo>
                    <a:pt x="5080000" y="0"/>
                  </a:moveTo>
                  <a:cubicBezTo>
                    <a:pt x="4249125" y="169616"/>
                    <a:pt x="3152470" y="479493"/>
                    <a:pt x="2587374" y="508848"/>
                  </a:cubicBezTo>
                  <a:cubicBezTo>
                    <a:pt x="2022278" y="538203"/>
                    <a:pt x="2126546" y="221705"/>
                    <a:pt x="1689426" y="176133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EEF1CD8-3F91-0B28-86E8-AAEFEC92329E}"/>
                </a:ext>
              </a:extLst>
            </p:cNvPr>
            <p:cNvSpPr/>
            <p:nvPr/>
          </p:nvSpPr>
          <p:spPr>
            <a:xfrm>
              <a:off x="2880296" y="2540000"/>
              <a:ext cx="4739704" cy="1270000"/>
            </a:xfrm>
            <a:custGeom>
              <a:avLst/>
              <a:gdLst>
                <a:gd name="csX0" fmla="*/ 4739704 w 4739704"/>
                <a:gd name="csY0" fmla="*/ 1270000 h 1270000"/>
                <a:gd name="csX1" fmla="*/ 2310226 w 4739704"/>
                <a:gd name="csY1" fmla="*/ 250505 h 1270000"/>
                <a:gd name="csX2" fmla="*/ 2603589 w 4739704"/>
                <a:gd name="csY2" fmla="*/ 916599 h 1270000"/>
                <a:gd name="csX3" fmla="*/ 0 w 4739704"/>
                <a:gd name="csY3" fmla="*/ 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39704" h="1270000">
                  <a:moveTo>
                    <a:pt x="4739704" y="1270000"/>
                  </a:moveTo>
                  <a:cubicBezTo>
                    <a:pt x="3929878" y="930168"/>
                    <a:pt x="2666245" y="309405"/>
                    <a:pt x="2310226" y="250505"/>
                  </a:cubicBezTo>
                  <a:cubicBezTo>
                    <a:pt x="1954207" y="191605"/>
                    <a:pt x="2968906" y="1045210"/>
                    <a:pt x="2603589" y="91659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5C1DBD-A608-6A00-F4E6-F84F12B49B16}"/>
                </a:ext>
              </a:extLst>
            </p:cNvPr>
            <p:cNvSpPr/>
            <p:nvPr/>
          </p:nvSpPr>
          <p:spPr>
            <a:xfrm>
              <a:off x="3810000" y="1610296"/>
              <a:ext cx="3810000" cy="2199704"/>
            </a:xfrm>
            <a:custGeom>
              <a:avLst/>
              <a:gdLst>
                <a:gd name="csX0" fmla="*/ 3810000 w 3810000"/>
                <a:gd name="csY0" fmla="*/ 2199704 h 2199704"/>
                <a:gd name="csX1" fmla="*/ 1455026 w 3810000"/>
                <a:gd name="csY1" fmla="*/ 679499 h 2199704"/>
                <a:gd name="csX2" fmla="*/ 2533272 w 3810000"/>
                <a:gd name="csY2" fmla="*/ 1718219 h 2199704"/>
                <a:gd name="csX3" fmla="*/ 0 w 381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00" h="2199704">
                  <a:moveTo>
                    <a:pt x="3810000" y="2199704"/>
                  </a:moveTo>
                  <a:cubicBezTo>
                    <a:pt x="3025009" y="1692969"/>
                    <a:pt x="1667814" y="759747"/>
                    <a:pt x="1455026" y="679499"/>
                  </a:cubicBezTo>
                  <a:cubicBezTo>
                    <a:pt x="1242238" y="599251"/>
                    <a:pt x="2754774" y="1868455"/>
                    <a:pt x="2533272" y="171821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D298649-3C9C-04EE-5791-FFFF39AFF3C7}"/>
                </a:ext>
              </a:extLst>
            </p:cNvPr>
            <p:cNvSpPr/>
            <p:nvPr/>
          </p:nvSpPr>
          <p:spPr>
            <a:xfrm>
              <a:off x="5080000" y="1270000"/>
              <a:ext cx="2540000" cy="2540000"/>
            </a:xfrm>
            <a:custGeom>
              <a:avLst/>
              <a:gdLst>
                <a:gd name="csX0" fmla="*/ 2540000 w 2540000"/>
                <a:gd name="csY0" fmla="*/ 2540000 h 2540000"/>
                <a:gd name="csX1" fmla="*/ 1439856 w 2540000"/>
                <a:gd name="csY1" fmla="*/ 2196007 h 2540000"/>
                <a:gd name="csX2" fmla="*/ 2052887 w 2540000"/>
                <a:gd name="csY2" fmla="*/ 749680 h 2540000"/>
                <a:gd name="csX3" fmla="*/ 0 w 2540000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2540000">
                  <a:moveTo>
                    <a:pt x="2540000" y="2540000"/>
                  </a:moveTo>
                  <a:cubicBezTo>
                    <a:pt x="2173285" y="2425336"/>
                    <a:pt x="1521041" y="2494394"/>
                    <a:pt x="1439856" y="2196007"/>
                  </a:cubicBezTo>
                  <a:cubicBezTo>
                    <a:pt x="1358671" y="1897620"/>
                    <a:pt x="2463991" y="899808"/>
                    <a:pt x="2052887" y="74968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4265BF2-6D9E-6FD1-8B02-04D2835D6608}"/>
                </a:ext>
              </a:extLst>
            </p:cNvPr>
            <p:cNvSpPr/>
            <p:nvPr/>
          </p:nvSpPr>
          <p:spPr>
            <a:xfrm>
              <a:off x="6350000" y="1610296"/>
              <a:ext cx="1270000" cy="2199704"/>
            </a:xfrm>
            <a:custGeom>
              <a:avLst/>
              <a:gdLst>
                <a:gd name="csX0" fmla="*/ 1270000 w 1270000"/>
                <a:gd name="csY0" fmla="*/ 2199704 h 2199704"/>
                <a:gd name="csX1" fmla="*/ 1006695 w 1270000"/>
                <a:gd name="csY1" fmla="*/ 2014258 h 2199704"/>
                <a:gd name="csX2" fmla="*/ 147189 w 1270000"/>
                <a:gd name="csY2" fmla="*/ 1164380 h 2199704"/>
                <a:gd name="csX3" fmla="*/ 0 w 127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0000" h="2199704">
                  <a:moveTo>
                    <a:pt x="1270000" y="2199704"/>
                  </a:moveTo>
                  <a:cubicBezTo>
                    <a:pt x="1182232" y="2137889"/>
                    <a:pt x="1193830" y="2186812"/>
                    <a:pt x="1006695" y="2014258"/>
                  </a:cubicBezTo>
                  <a:cubicBezTo>
                    <a:pt x="819560" y="1841704"/>
                    <a:pt x="194256" y="1536719"/>
                    <a:pt x="147189" y="116438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B8BCC04-DCD4-BF5B-9619-C10690F97222}"/>
                </a:ext>
              </a:extLst>
            </p:cNvPr>
            <p:cNvSpPr/>
            <p:nvPr/>
          </p:nvSpPr>
          <p:spPr>
            <a:xfrm>
              <a:off x="6699124" y="2244566"/>
              <a:ext cx="1116940" cy="1958914"/>
            </a:xfrm>
            <a:custGeom>
              <a:avLst/>
              <a:gdLst>
                <a:gd name="csX0" fmla="*/ 920876 w 1116940"/>
                <a:gd name="csY0" fmla="*/ 1565433 h 1958914"/>
                <a:gd name="csX1" fmla="*/ 862 w 1116940"/>
                <a:gd name="csY1" fmla="*/ 1881818 h 1958914"/>
                <a:gd name="csX2" fmla="*/ 1086343 w 1116940"/>
                <a:gd name="csY2" fmla="*/ 7849 h 1958914"/>
                <a:gd name="csX3" fmla="*/ 580580 w 1116940"/>
                <a:gd name="csY3" fmla="*/ 295433 h 1958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16940" h="1958914">
                  <a:moveTo>
                    <a:pt x="920876" y="1565433"/>
                  </a:moveTo>
                  <a:cubicBezTo>
                    <a:pt x="614205" y="1670895"/>
                    <a:pt x="-26716" y="2141415"/>
                    <a:pt x="862" y="1881818"/>
                  </a:cubicBezTo>
                  <a:cubicBezTo>
                    <a:pt x="28440" y="1622221"/>
                    <a:pt x="1331049" y="-131294"/>
                    <a:pt x="1086343" y="7849"/>
                  </a:cubicBezTo>
                  <a:lnTo>
                    <a:pt x="580580" y="295433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DB5E26C-87F7-9953-CF00-71D80A766625}"/>
                </a:ext>
              </a:extLst>
            </p:cNvPr>
            <p:cNvSpPr/>
            <p:nvPr/>
          </p:nvSpPr>
          <p:spPr>
            <a:xfrm>
              <a:off x="6026054" y="4737859"/>
              <a:ext cx="1253650" cy="1379821"/>
            </a:xfrm>
            <a:custGeom>
              <a:avLst/>
              <a:gdLst>
                <a:gd name="csX0" fmla="*/ 1253650 w 1253650"/>
                <a:gd name="csY0" fmla="*/ 342141 h 1379821"/>
                <a:gd name="csX1" fmla="*/ 932023 w 1253650"/>
                <a:gd name="csY1" fmla="*/ 45092 h 1379821"/>
                <a:gd name="csX2" fmla="*/ 32556 w 1253650"/>
                <a:gd name="csY2" fmla="*/ 1376368 h 1379821"/>
                <a:gd name="csX3" fmla="*/ 323946 w 1253650"/>
                <a:gd name="csY3" fmla="*/ 1271845 h 1379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3650" h="1379821">
                  <a:moveTo>
                    <a:pt x="1253650" y="342141"/>
                  </a:moveTo>
                  <a:cubicBezTo>
                    <a:pt x="1146441" y="243125"/>
                    <a:pt x="1135539" y="-127279"/>
                    <a:pt x="932023" y="45092"/>
                  </a:cubicBezTo>
                  <a:cubicBezTo>
                    <a:pt x="728507" y="217463"/>
                    <a:pt x="-182241" y="1453417"/>
                    <a:pt x="32556" y="1376368"/>
                  </a:cubicBezTo>
                  <a:lnTo>
                    <a:pt x="323946" y="1271845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50F1906-C283-DFDC-AA81-6C21C2166A16}"/>
                </a:ext>
              </a:extLst>
            </p:cNvPr>
            <p:cNvSpPr/>
            <p:nvPr/>
          </p:nvSpPr>
          <p:spPr>
            <a:xfrm>
              <a:off x="5080000" y="4836564"/>
              <a:ext cx="2199704" cy="1513435"/>
            </a:xfrm>
            <a:custGeom>
              <a:avLst/>
              <a:gdLst>
                <a:gd name="csX0" fmla="*/ 2199704 w 2199704"/>
                <a:gd name="csY0" fmla="*/ 243435 h 1513435"/>
                <a:gd name="csX1" fmla="*/ 689287 w 2199704"/>
                <a:gd name="csY1" fmla="*/ 12897 h 1513435"/>
                <a:gd name="csX2" fmla="*/ 710799 w 2199704"/>
                <a:gd name="csY2" fmla="*/ 653665 h 1513435"/>
                <a:gd name="csX3" fmla="*/ 0 w 2199704"/>
                <a:gd name="csY3" fmla="*/ 1513435 h 1513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1513435">
                  <a:moveTo>
                    <a:pt x="2199704" y="243435"/>
                  </a:moveTo>
                  <a:cubicBezTo>
                    <a:pt x="1696232" y="166589"/>
                    <a:pt x="937438" y="-55475"/>
                    <a:pt x="689287" y="12897"/>
                  </a:cubicBezTo>
                  <a:cubicBezTo>
                    <a:pt x="441136" y="81269"/>
                    <a:pt x="886159" y="441553"/>
                    <a:pt x="710799" y="653665"/>
                  </a:cubicBezTo>
                  <a:lnTo>
                    <a:pt x="0" y="1513435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0AC2AC1-B53A-3189-AB1E-5E8AA3BDDC3B}"/>
                </a:ext>
              </a:extLst>
            </p:cNvPr>
            <p:cNvSpPr/>
            <p:nvPr/>
          </p:nvSpPr>
          <p:spPr>
            <a:xfrm>
              <a:off x="3810000" y="5079999"/>
              <a:ext cx="3469704" cy="1320739"/>
            </a:xfrm>
            <a:custGeom>
              <a:avLst/>
              <a:gdLst>
                <a:gd name="csX0" fmla="*/ 3469704 w 3469704"/>
                <a:gd name="csY0" fmla="*/ 0 h 1320739"/>
                <a:gd name="csX1" fmla="*/ 1355701 w 3469704"/>
                <a:gd name="csY1" fmla="*/ 1319380 h 1320739"/>
                <a:gd name="csX2" fmla="*/ 2648927 w 3469704"/>
                <a:gd name="csY2" fmla="*/ 276970 h 1320739"/>
                <a:gd name="csX3" fmla="*/ 0 w 3469704"/>
                <a:gd name="csY3" fmla="*/ 929704 h 13207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1320739">
                  <a:moveTo>
                    <a:pt x="3469704" y="0"/>
                  </a:moveTo>
                  <a:cubicBezTo>
                    <a:pt x="2765036" y="439793"/>
                    <a:pt x="1492497" y="1273218"/>
                    <a:pt x="1355701" y="1319380"/>
                  </a:cubicBezTo>
                  <a:cubicBezTo>
                    <a:pt x="1218905" y="1365542"/>
                    <a:pt x="2877197" y="220721"/>
                    <a:pt x="2648927" y="276970"/>
                  </a:cubicBezTo>
                  <a:lnTo>
                    <a:pt x="0" y="92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7EB4884-5EE8-49F0-FCDC-A8161037E12E}"/>
                </a:ext>
              </a:extLst>
            </p:cNvPr>
            <p:cNvSpPr/>
            <p:nvPr/>
          </p:nvSpPr>
          <p:spPr>
            <a:xfrm>
              <a:off x="2880296" y="4429970"/>
              <a:ext cx="4399408" cy="931663"/>
            </a:xfrm>
            <a:custGeom>
              <a:avLst/>
              <a:gdLst>
                <a:gd name="csX0" fmla="*/ 4399408 w 4399408"/>
                <a:gd name="csY0" fmla="*/ 650029 h 931663"/>
                <a:gd name="csX1" fmla="*/ 1777327 w 4399408"/>
                <a:gd name="csY1" fmla="*/ 3170 h 931663"/>
                <a:gd name="csX2" fmla="*/ 1557379 w 4399408"/>
                <a:gd name="csY2" fmla="*/ 929277 h 931663"/>
                <a:gd name="csX3" fmla="*/ 0 w 4399408"/>
                <a:gd name="csY3" fmla="*/ 650029 h 931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9408" h="931663">
                  <a:moveTo>
                    <a:pt x="4399408" y="650029"/>
                  </a:moveTo>
                  <a:cubicBezTo>
                    <a:pt x="3525381" y="434409"/>
                    <a:pt x="2250998" y="-43371"/>
                    <a:pt x="1777327" y="3170"/>
                  </a:cubicBezTo>
                  <a:cubicBezTo>
                    <a:pt x="1303656" y="49711"/>
                    <a:pt x="1867660" y="984913"/>
                    <a:pt x="1557379" y="929277"/>
                  </a:cubicBezTo>
                  <a:lnTo>
                    <a:pt x="0" y="650029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D283AB-E1F0-C2BF-D587-BDE9225E3FF3}"/>
                </a:ext>
              </a:extLst>
            </p:cNvPr>
            <p:cNvSpPr/>
            <p:nvPr/>
          </p:nvSpPr>
          <p:spPr>
            <a:xfrm>
              <a:off x="2540000" y="3810000"/>
              <a:ext cx="4739704" cy="1270000"/>
            </a:xfrm>
            <a:custGeom>
              <a:avLst/>
              <a:gdLst>
                <a:gd name="csX0" fmla="*/ 4739704 w 4739704"/>
                <a:gd name="csY0" fmla="*/ 1270000 h 1270000"/>
                <a:gd name="csX1" fmla="*/ 2198541 w 4739704"/>
                <a:gd name="csY1" fmla="*/ 468821 h 1270000"/>
                <a:gd name="csX2" fmla="*/ 2775103 w 4739704"/>
                <a:gd name="csY2" fmla="*/ 303923 h 1270000"/>
                <a:gd name="csX3" fmla="*/ 0 w 4739704"/>
                <a:gd name="csY3" fmla="*/ 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39704" h="1270000">
                  <a:moveTo>
                    <a:pt x="4739704" y="1270000"/>
                  </a:moveTo>
                  <a:cubicBezTo>
                    <a:pt x="3892650" y="1002940"/>
                    <a:pt x="2525974" y="629834"/>
                    <a:pt x="2198541" y="468821"/>
                  </a:cubicBezTo>
                  <a:cubicBezTo>
                    <a:pt x="1871108" y="307808"/>
                    <a:pt x="3147538" y="344711"/>
                    <a:pt x="2775103" y="303923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F2F1AAA-68DE-2C34-C740-EF266F063A7B}"/>
                </a:ext>
              </a:extLst>
            </p:cNvPr>
            <p:cNvSpPr/>
            <p:nvPr/>
          </p:nvSpPr>
          <p:spPr>
            <a:xfrm>
              <a:off x="2880296" y="2540000"/>
              <a:ext cx="4399408" cy="2540000"/>
            </a:xfrm>
            <a:custGeom>
              <a:avLst/>
              <a:gdLst>
                <a:gd name="csX0" fmla="*/ 4399408 w 4399408"/>
                <a:gd name="csY0" fmla="*/ 2540000 h 2540000"/>
                <a:gd name="csX1" fmla="*/ 2453410 w 4399408"/>
                <a:gd name="csY1" fmla="*/ 712904 h 2540000"/>
                <a:gd name="csX2" fmla="*/ 1601560 w 4399408"/>
                <a:gd name="csY2" fmla="*/ 1428799 h 2540000"/>
                <a:gd name="csX3" fmla="*/ 0 w 4399408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9408" h="2540000">
                  <a:moveTo>
                    <a:pt x="4399408" y="2540000"/>
                  </a:moveTo>
                  <a:cubicBezTo>
                    <a:pt x="3750742" y="1930968"/>
                    <a:pt x="2919718" y="898104"/>
                    <a:pt x="2453410" y="712904"/>
                  </a:cubicBezTo>
                  <a:cubicBezTo>
                    <a:pt x="1987102" y="527704"/>
                    <a:pt x="1919306" y="1712270"/>
                    <a:pt x="1601560" y="142879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7D21042-F463-A17A-09A5-E0623626B19E}"/>
                </a:ext>
              </a:extLst>
            </p:cNvPr>
            <p:cNvSpPr/>
            <p:nvPr/>
          </p:nvSpPr>
          <p:spPr>
            <a:xfrm>
              <a:off x="3810000" y="1610296"/>
              <a:ext cx="3469704" cy="3469704"/>
            </a:xfrm>
            <a:custGeom>
              <a:avLst/>
              <a:gdLst>
                <a:gd name="csX0" fmla="*/ 3469704 w 3469704"/>
                <a:gd name="csY0" fmla="*/ 3469704 h 3469704"/>
                <a:gd name="csX1" fmla="*/ 936113 w 3469704"/>
                <a:gd name="csY1" fmla="*/ 1654788 h 3469704"/>
                <a:gd name="csX2" fmla="*/ 2507767 w 3469704"/>
                <a:gd name="csY2" fmla="*/ 1280259 h 3469704"/>
                <a:gd name="csX3" fmla="*/ 0 w 346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3469704">
                  <a:moveTo>
                    <a:pt x="3469704" y="3469704"/>
                  </a:moveTo>
                  <a:cubicBezTo>
                    <a:pt x="2625174" y="2864732"/>
                    <a:pt x="1096436" y="2019696"/>
                    <a:pt x="936113" y="1654788"/>
                  </a:cubicBezTo>
                  <a:cubicBezTo>
                    <a:pt x="775790" y="1289881"/>
                    <a:pt x="2789987" y="1424337"/>
                    <a:pt x="2507767" y="128025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D081268-1869-0448-2461-3F13BD9D1E23}"/>
                </a:ext>
              </a:extLst>
            </p:cNvPr>
            <p:cNvSpPr/>
            <p:nvPr/>
          </p:nvSpPr>
          <p:spPr>
            <a:xfrm>
              <a:off x="5080000" y="1270000"/>
              <a:ext cx="2199704" cy="3810000"/>
            </a:xfrm>
            <a:custGeom>
              <a:avLst/>
              <a:gdLst>
                <a:gd name="csX0" fmla="*/ 2199704 w 2199704"/>
                <a:gd name="csY0" fmla="*/ 3810000 h 3810000"/>
                <a:gd name="csX1" fmla="*/ 1643181 w 2199704"/>
                <a:gd name="csY1" fmla="*/ 1674309 h 3810000"/>
                <a:gd name="csX2" fmla="*/ 699164 w 2199704"/>
                <a:gd name="csY2" fmla="*/ 2703913 h 3810000"/>
                <a:gd name="csX3" fmla="*/ 0 w 2199704"/>
                <a:gd name="csY3" fmla="*/ 0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3810000">
                  <a:moveTo>
                    <a:pt x="2199704" y="3810000"/>
                  </a:moveTo>
                  <a:cubicBezTo>
                    <a:pt x="2014196" y="3098103"/>
                    <a:pt x="1893271" y="1858657"/>
                    <a:pt x="1643181" y="1674309"/>
                  </a:cubicBezTo>
                  <a:cubicBezTo>
                    <a:pt x="1393091" y="1489961"/>
                    <a:pt x="797044" y="3082449"/>
                    <a:pt x="699164" y="2703913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C60BE20-CA39-0F7C-1502-84919000CD02}"/>
                </a:ext>
              </a:extLst>
            </p:cNvPr>
            <p:cNvSpPr/>
            <p:nvPr/>
          </p:nvSpPr>
          <p:spPr>
            <a:xfrm>
              <a:off x="6350000" y="1610296"/>
              <a:ext cx="929704" cy="3469704"/>
            </a:xfrm>
            <a:custGeom>
              <a:avLst/>
              <a:gdLst>
                <a:gd name="csX0" fmla="*/ 929704 w 929704"/>
                <a:gd name="csY0" fmla="*/ 3469704 h 3469704"/>
                <a:gd name="csX1" fmla="*/ 715821 w 929704"/>
                <a:gd name="csY1" fmla="*/ 1978010 h 3469704"/>
                <a:gd name="csX2" fmla="*/ 328561 w 929704"/>
                <a:gd name="csY2" fmla="*/ 968992 h 3469704"/>
                <a:gd name="csX3" fmla="*/ 0 w 92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9704" h="3469704">
                  <a:moveTo>
                    <a:pt x="929704" y="3469704"/>
                  </a:moveTo>
                  <a:cubicBezTo>
                    <a:pt x="858410" y="2972473"/>
                    <a:pt x="816011" y="2394795"/>
                    <a:pt x="715821" y="1978010"/>
                  </a:cubicBezTo>
                  <a:cubicBezTo>
                    <a:pt x="615631" y="1561225"/>
                    <a:pt x="441142" y="1301016"/>
                    <a:pt x="328561" y="968992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1289194-97D4-7421-7D37-FE5A1333267A}"/>
                </a:ext>
              </a:extLst>
            </p:cNvPr>
            <p:cNvSpPr/>
            <p:nvPr/>
          </p:nvSpPr>
          <p:spPr>
            <a:xfrm>
              <a:off x="7279704" y="2540000"/>
              <a:ext cx="799558" cy="2540000"/>
            </a:xfrm>
            <a:custGeom>
              <a:avLst/>
              <a:gdLst>
                <a:gd name="csX0" fmla="*/ 0 w 799558"/>
                <a:gd name="csY0" fmla="*/ 2540000 h 2540000"/>
                <a:gd name="csX1" fmla="*/ 116281 w 799558"/>
                <a:gd name="csY1" fmla="*/ 1640494 h 2540000"/>
                <a:gd name="csX2" fmla="*/ 788131 w 799558"/>
                <a:gd name="csY2" fmla="*/ 1907827 h 2540000"/>
                <a:gd name="csX3" fmla="*/ 0 w 799558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9558" h="2540000">
                  <a:moveTo>
                    <a:pt x="0" y="2540000"/>
                  </a:moveTo>
                  <a:cubicBezTo>
                    <a:pt x="38760" y="2240165"/>
                    <a:pt x="-15074" y="1745856"/>
                    <a:pt x="116281" y="1640494"/>
                  </a:cubicBezTo>
                  <a:cubicBezTo>
                    <a:pt x="247636" y="1535132"/>
                    <a:pt x="892785" y="2161163"/>
                    <a:pt x="788131" y="1907827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DA56A7B-9C60-4B5E-3A7F-89CDA04F4DEF}"/>
                </a:ext>
              </a:extLst>
            </p:cNvPr>
            <p:cNvSpPr/>
            <p:nvPr/>
          </p:nvSpPr>
          <p:spPr>
            <a:xfrm>
              <a:off x="4805609" y="6009704"/>
              <a:ext cx="1703126" cy="340296"/>
            </a:xfrm>
            <a:custGeom>
              <a:avLst/>
              <a:gdLst>
                <a:gd name="csX0" fmla="*/ 1544391 w 1703126"/>
                <a:gd name="csY0" fmla="*/ 0 h 340296"/>
                <a:gd name="csX1" fmla="*/ 0 w 1703126"/>
                <a:gd name="csY1" fmla="*/ 252750 h 340296"/>
                <a:gd name="csX2" fmla="*/ 1702184 w 1703126"/>
                <a:gd name="csY2" fmla="*/ 37296 h 340296"/>
                <a:gd name="csX3" fmla="*/ 274391 w 1703126"/>
                <a:gd name="csY3" fmla="*/ 340296 h 3402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3126" h="340296">
                  <a:moveTo>
                    <a:pt x="1544391" y="0"/>
                  </a:moveTo>
                  <a:lnTo>
                    <a:pt x="0" y="252750"/>
                  </a:lnTo>
                  <a:cubicBezTo>
                    <a:pt x="26299" y="258966"/>
                    <a:pt x="1749142" y="27331"/>
                    <a:pt x="1702184" y="37296"/>
                  </a:cubicBezTo>
                  <a:lnTo>
                    <a:pt x="274391" y="340296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16BAB4F-6E8D-E0D0-6EF4-AB74C839341F}"/>
                </a:ext>
              </a:extLst>
            </p:cNvPr>
            <p:cNvSpPr/>
            <p:nvPr/>
          </p:nvSpPr>
          <p:spPr>
            <a:xfrm>
              <a:off x="3810000" y="5937376"/>
              <a:ext cx="2540000" cy="81490"/>
            </a:xfrm>
            <a:custGeom>
              <a:avLst/>
              <a:gdLst>
                <a:gd name="csX0" fmla="*/ 2540000 w 2540000"/>
                <a:gd name="csY0" fmla="*/ 72328 h 81490"/>
                <a:gd name="csX1" fmla="*/ 1608991 w 2540000"/>
                <a:gd name="csY1" fmla="*/ 77003 h 81490"/>
                <a:gd name="csX2" fmla="*/ 1296170 w 2540000"/>
                <a:gd name="csY2" fmla="*/ 1805 h 81490"/>
                <a:gd name="csX3" fmla="*/ 0 w 2540000"/>
                <a:gd name="csY3" fmla="*/ 72328 h 814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81490">
                  <a:moveTo>
                    <a:pt x="2540000" y="72328"/>
                  </a:moveTo>
                  <a:cubicBezTo>
                    <a:pt x="2229664" y="73886"/>
                    <a:pt x="1816296" y="88757"/>
                    <a:pt x="1608991" y="77003"/>
                  </a:cubicBezTo>
                  <a:cubicBezTo>
                    <a:pt x="1401686" y="65249"/>
                    <a:pt x="1563940" y="-12764"/>
                    <a:pt x="1296170" y="1805"/>
                  </a:cubicBezTo>
                  <a:lnTo>
                    <a:pt x="0" y="72328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B25AB8D-BC8A-1299-270A-3BD84AADE21B}"/>
                </a:ext>
              </a:extLst>
            </p:cNvPr>
            <p:cNvSpPr/>
            <p:nvPr/>
          </p:nvSpPr>
          <p:spPr>
            <a:xfrm>
              <a:off x="2880296" y="4691820"/>
              <a:ext cx="3469704" cy="1317883"/>
            </a:xfrm>
            <a:custGeom>
              <a:avLst/>
              <a:gdLst>
                <a:gd name="csX0" fmla="*/ 3469704 w 3469704"/>
                <a:gd name="csY0" fmla="*/ 1317883 h 1317883"/>
                <a:gd name="csX1" fmla="*/ 1455718 w 3469704"/>
                <a:gd name="csY1" fmla="*/ 671740 h 1317883"/>
                <a:gd name="csX2" fmla="*/ 1296191 w 3469704"/>
                <a:gd name="csY2" fmla="*/ 6437 h 1317883"/>
                <a:gd name="csX3" fmla="*/ 0 w 3469704"/>
                <a:gd name="csY3" fmla="*/ 388179 h 1317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1317883">
                  <a:moveTo>
                    <a:pt x="3469704" y="1317883"/>
                  </a:moveTo>
                  <a:cubicBezTo>
                    <a:pt x="2798375" y="1102502"/>
                    <a:pt x="1817970" y="890314"/>
                    <a:pt x="1455718" y="671740"/>
                  </a:cubicBezTo>
                  <a:cubicBezTo>
                    <a:pt x="1093466" y="453166"/>
                    <a:pt x="1533302" y="-63394"/>
                    <a:pt x="1296191" y="6437"/>
                  </a:cubicBezTo>
                  <a:lnTo>
                    <a:pt x="0" y="388179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772B4AC-BE36-1302-321D-140FDAFC5FAD}"/>
                </a:ext>
              </a:extLst>
            </p:cNvPr>
            <p:cNvSpPr/>
            <p:nvPr/>
          </p:nvSpPr>
          <p:spPr>
            <a:xfrm>
              <a:off x="2540000" y="3810000"/>
              <a:ext cx="3810000" cy="2199704"/>
            </a:xfrm>
            <a:custGeom>
              <a:avLst/>
              <a:gdLst>
                <a:gd name="csX0" fmla="*/ 3810000 w 3810000"/>
                <a:gd name="csY0" fmla="*/ 2199704 h 2199704"/>
                <a:gd name="csX1" fmla="*/ 1417025 w 3810000"/>
                <a:gd name="csY1" fmla="*/ 2012495 h 2199704"/>
                <a:gd name="csX2" fmla="*/ 1068546 w 3810000"/>
                <a:gd name="csY2" fmla="*/ 890857 h 2199704"/>
                <a:gd name="csX3" fmla="*/ 0 w 381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00" h="2199704">
                  <a:moveTo>
                    <a:pt x="3810000" y="2199704"/>
                  </a:moveTo>
                  <a:cubicBezTo>
                    <a:pt x="3012342" y="2137301"/>
                    <a:pt x="1873934" y="2230636"/>
                    <a:pt x="1417025" y="2012495"/>
                  </a:cubicBezTo>
                  <a:cubicBezTo>
                    <a:pt x="960116" y="1794354"/>
                    <a:pt x="1383628" y="1153543"/>
                    <a:pt x="1068546" y="890857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028851C-8350-38FF-4D7A-B7ACA0ECD468}"/>
                </a:ext>
              </a:extLst>
            </p:cNvPr>
            <p:cNvSpPr/>
            <p:nvPr/>
          </p:nvSpPr>
          <p:spPr>
            <a:xfrm>
              <a:off x="2880296" y="2540000"/>
              <a:ext cx="3469704" cy="3469704"/>
            </a:xfrm>
            <a:custGeom>
              <a:avLst/>
              <a:gdLst>
                <a:gd name="csX0" fmla="*/ 3469704 w 3469704"/>
                <a:gd name="csY0" fmla="*/ 3469704 h 3469704"/>
                <a:gd name="csX1" fmla="*/ 1477668 w 3469704"/>
                <a:gd name="csY1" fmla="*/ 1715601 h 3469704"/>
                <a:gd name="csX2" fmla="*/ 1078890 w 3469704"/>
                <a:gd name="csY2" fmla="*/ 1686197 h 3469704"/>
                <a:gd name="csX3" fmla="*/ 0 w 346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3469704">
                  <a:moveTo>
                    <a:pt x="3469704" y="3469704"/>
                  </a:moveTo>
                  <a:cubicBezTo>
                    <a:pt x="2805692" y="2885003"/>
                    <a:pt x="1876137" y="2012852"/>
                    <a:pt x="1477668" y="1715601"/>
                  </a:cubicBezTo>
                  <a:cubicBezTo>
                    <a:pt x="1079199" y="1418350"/>
                    <a:pt x="1282278" y="2004072"/>
                    <a:pt x="1078890" y="1686197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5BA7B0E-3BDE-8233-3F9C-D935460B105A}"/>
                </a:ext>
              </a:extLst>
            </p:cNvPr>
            <p:cNvSpPr/>
            <p:nvPr/>
          </p:nvSpPr>
          <p:spPr>
            <a:xfrm>
              <a:off x="3810000" y="1610296"/>
              <a:ext cx="2540000" cy="4399408"/>
            </a:xfrm>
            <a:custGeom>
              <a:avLst/>
              <a:gdLst>
                <a:gd name="csX0" fmla="*/ 2540000 w 2540000"/>
                <a:gd name="csY0" fmla="*/ 4399408 h 4399408"/>
                <a:gd name="csX1" fmla="*/ 807595 w 2540000"/>
                <a:gd name="csY1" fmla="*/ 2444976 h 4399408"/>
                <a:gd name="csX2" fmla="*/ 1350144 w 2540000"/>
                <a:gd name="csY2" fmla="*/ 1544960 h 4399408"/>
                <a:gd name="csX3" fmla="*/ 0 w 2540000"/>
                <a:gd name="csY3" fmla="*/ 0 h 4399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4399408">
                  <a:moveTo>
                    <a:pt x="2540000" y="4399408"/>
                  </a:moveTo>
                  <a:cubicBezTo>
                    <a:pt x="1962532" y="3747931"/>
                    <a:pt x="1005904" y="2920717"/>
                    <a:pt x="807595" y="2444976"/>
                  </a:cubicBezTo>
                  <a:cubicBezTo>
                    <a:pt x="609286" y="1969235"/>
                    <a:pt x="1632540" y="1868104"/>
                    <a:pt x="1350144" y="154496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748878D-4432-8910-7675-A2824336C348}"/>
                </a:ext>
              </a:extLst>
            </p:cNvPr>
            <p:cNvSpPr/>
            <p:nvPr/>
          </p:nvSpPr>
          <p:spPr>
            <a:xfrm>
              <a:off x="5079999" y="1270000"/>
              <a:ext cx="1496353" cy="4739704"/>
            </a:xfrm>
            <a:custGeom>
              <a:avLst/>
              <a:gdLst>
                <a:gd name="csX0" fmla="*/ 1270000 w 1496353"/>
                <a:gd name="csY0" fmla="*/ 4739704 h 4739704"/>
                <a:gd name="csX1" fmla="*/ 1470429 w 1496353"/>
                <a:gd name="csY1" fmla="*/ 2664173 h 4739704"/>
                <a:gd name="csX2" fmla="*/ 646597 w 1496353"/>
                <a:gd name="csY2" fmla="*/ 2161200 h 4739704"/>
                <a:gd name="csX3" fmla="*/ 0 w 1496353"/>
                <a:gd name="csY3" fmla="*/ 0 h 473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6353" h="4739704">
                  <a:moveTo>
                    <a:pt x="1270000" y="4739704"/>
                  </a:moveTo>
                  <a:cubicBezTo>
                    <a:pt x="1336810" y="4047860"/>
                    <a:pt x="1574330" y="3093924"/>
                    <a:pt x="1470429" y="2664173"/>
                  </a:cubicBezTo>
                  <a:cubicBezTo>
                    <a:pt x="1366528" y="2234422"/>
                    <a:pt x="791967" y="2647090"/>
                    <a:pt x="646597" y="216120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97FB78D-97CB-8B35-AA32-473B3D080BE3}"/>
                </a:ext>
              </a:extLst>
            </p:cNvPr>
            <p:cNvSpPr/>
            <p:nvPr/>
          </p:nvSpPr>
          <p:spPr>
            <a:xfrm>
              <a:off x="5601868" y="1610296"/>
              <a:ext cx="748132" cy="4399408"/>
            </a:xfrm>
            <a:custGeom>
              <a:avLst/>
              <a:gdLst>
                <a:gd name="csX0" fmla="*/ 748132 w 748132"/>
                <a:gd name="csY0" fmla="*/ 4399408 h 4399408"/>
                <a:gd name="csX1" fmla="*/ 182 w 748132"/>
                <a:gd name="csY1" fmla="*/ 2740715 h 4399408"/>
                <a:gd name="csX2" fmla="*/ 671248 w 748132"/>
                <a:gd name="csY2" fmla="*/ 2682980 h 4399408"/>
                <a:gd name="csX3" fmla="*/ 748132 w 748132"/>
                <a:gd name="csY3" fmla="*/ 0 h 4399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8132" h="4399408">
                  <a:moveTo>
                    <a:pt x="748132" y="4399408"/>
                  </a:moveTo>
                  <a:cubicBezTo>
                    <a:pt x="498815" y="3846510"/>
                    <a:pt x="12996" y="3026786"/>
                    <a:pt x="182" y="2740715"/>
                  </a:cubicBezTo>
                  <a:cubicBezTo>
                    <a:pt x="-12632" y="2454644"/>
                    <a:pt x="657685" y="3156276"/>
                    <a:pt x="671248" y="2682980"/>
                  </a:cubicBezTo>
                  <a:lnTo>
                    <a:pt x="748132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DDFA3F1-73F0-24C7-0E4D-A27831190359}"/>
                </a:ext>
              </a:extLst>
            </p:cNvPr>
            <p:cNvSpPr/>
            <p:nvPr/>
          </p:nvSpPr>
          <p:spPr>
            <a:xfrm>
              <a:off x="5853452" y="2540000"/>
              <a:ext cx="1426251" cy="3469704"/>
            </a:xfrm>
            <a:custGeom>
              <a:avLst/>
              <a:gdLst>
                <a:gd name="csX0" fmla="*/ 496547 w 1426251"/>
                <a:gd name="csY0" fmla="*/ 3469704 h 3469704"/>
                <a:gd name="csX1" fmla="*/ 1144459 w 1426251"/>
                <a:gd name="csY1" fmla="*/ 2368703 h 3469704"/>
                <a:gd name="csX2" fmla="*/ 44633 w 1426251"/>
                <a:gd name="csY2" fmla="*/ 1183104 h 3469704"/>
                <a:gd name="csX3" fmla="*/ 1426251 w 1426251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26251" h="3469704">
                  <a:moveTo>
                    <a:pt x="496547" y="3469704"/>
                  </a:moveTo>
                  <a:cubicBezTo>
                    <a:pt x="712518" y="3102704"/>
                    <a:pt x="1219778" y="2749803"/>
                    <a:pt x="1144459" y="2368703"/>
                  </a:cubicBezTo>
                  <a:cubicBezTo>
                    <a:pt x="1069140" y="1987603"/>
                    <a:pt x="-257346" y="1441694"/>
                    <a:pt x="44633" y="1183104"/>
                  </a:cubicBezTo>
                  <a:lnTo>
                    <a:pt x="1426251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9BDB753-1F30-810D-166F-4D0444F2B91F}"/>
                </a:ext>
              </a:extLst>
            </p:cNvPr>
            <p:cNvSpPr/>
            <p:nvPr/>
          </p:nvSpPr>
          <p:spPr>
            <a:xfrm>
              <a:off x="3609794" y="5354542"/>
              <a:ext cx="1470206" cy="995457"/>
            </a:xfrm>
            <a:custGeom>
              <a:avLst/>
              <a:gdLst>
                <a:gd name="csX0" fmla="*/ 1470206 w 1470206"/>
                <a:gd name="csY0" fmla="*/ 995457 h 995457"/>
                <a:gd name="csX1" fmla="*/ 23587 w 1470206"/>
                <a:gd name="csY1" fmla="*/ 73696 h 995457"/>
                <a:gd name="csX2" fmla="*/ 514584 w 1470206"/>
                <a:gd name="csY2" fmla="*/ 117125 h 995457"/>
                <a:gd name="csX3" fmla="*/ 200206 w 1470206"/>
                <a:gd name="csY3" fmla="*/ 655161 h 995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70206" h="995457">
                  <a:moveTo>
                    <a:pt x="1470206" y="995457"/>
                  </a:moveTo>
                  <a:cubicBezTo>
                    <a:pt x="988000" y="688203"/>
                    <a:pt x="182857" y="220085"/>
                    <a:pt x="23587" y="73696"/>
                  </a:cubicBezTo>
                  <a:cubicBezTo>
                    <a:pt x="-135683" y="-72693"/>
                    <a:pt x="565681" y="29676"/>
                    <a:pt x="514584" y="117125"/>
                  </a:cubicBezTo>
                  <a:lnTo>
                    <a:pt x="200206" y="655161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3E28D26-1DD1-EC63-8EA4-2D7492B18437}"/>
                </a:ext>
              </a:extLst>
            </p:cNvPr>
            <p:cNvSpPr/>
            <p:nvPr/>
          </p:nvSpPr>
          <p:spPr>
            <a:xfrm>
              <a:off x="2880296" y="5080000"/>
              <a:ext cx="2199704" cy="1270000"/>
            </a:xfrm>
            <a:custGeom>
              <a:avLst/>
              <a:gdLst>
                <a:gd name="csX0" fmla="*/ 2199704 w 2199704"/>
                <a:gd name="csY0" fmla="*/ 1270000 h 1270000"/>
                <a:gd name="csX1" fmla="*/ 147812 w 2199704"/>
                <a:gd name="csY1" fmla="*/ 705093 h 1270000"/>
                <a:gd name="csX2" fmla="*/ 1399042 w 2199704"/>
                <a:gd name="csY2" fmla="*/ 718847 h 1270000"/>
                <a:gd name="csX3" fmla="*/ 0 w 2199704"/>
                <a:gd name="csY3" fmla="*/ 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1270000">
                  <a:moveTo>
                    <a:pt x="2199704" y="1270000"/>
                  </a:moveTo>
                  <a:cubicBezTo>
                    <a:pt x="1515740" y="1081698"/>
                    <a:pt x="281256" y="796952"/>
                    <a:pt x="147812" y="705093"/>
                  </a:cubicBezTo>
                  <a:cubicBezTo>
                    <a:pt x="14368" y="613234"/>
                    <a:pt x="1505839" y="773721"/>
                    <a:pt x="1399042" y="718847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6FB218D-1D3E-971D-52FF-6D226FEE8B1C}"/>
                </a:ext>
              </a:extLst>
            </p:cNvPr>
            <p:cNvSpPr/>
            <p:nvPr/>
          </p:nvSpPr>
          <p:spPr>
            <a:xfrm>
              <a:off x="2540000" y="3810000"/>
              <a:ext cx="2540000" cy="2540000"/>
            </a:xfrm>
            <a:custGeom>
              <a:avLst/>
              <a:gdLst>
                <a:gd name="csX0" fmla="*/ 2540000 w 2540000"/>
                <a:gd name="csY0" fmla="*/ 2540000 h 2540000"/>
                <a:gd name="csX1" fmla="*/ 1893720 w 2540000"/>
                <a:gd name="csY1" fmla="*/ 473507 h 2540000"/>
                <a:gd name="csX2" fmla="*/ 683112 w 2540000"/>
                <a:gd name="csY2" fmla="*/ 1610830 h 2540000"/>
                <a:gd name="csX3" fmla="*/ 0 w 2540000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2540000">
                  <a:moveTo>
                    <a:pt x="2540000" y="2540000"/>
                  </a:moveTo>
                  <a:cubicBezTo>
                    <a:pt x="2324573" y="1851169"/>
                    <a:pt x="2203201" y="628369"/>
                    <a:pt x="1893720" y="473507"/>
                  </a:cubicBezTo>
                  <a:cubicBezTo>
                    <a:pt x="1584239" y="318645"/>
                    <a:pt x="810130" y="1910347"/>
                    <a:pt x="683112" y="161083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72F60A1-3297-C3A7-6DB6-6D98850E78A4}"/>
                </a:ext>
              </a:extLst>
            </p:cNvPr>
            <p:cNvSpPr/>
            <p:nvPr/>
          </p:nvSpPr>
          <p:spPr>
            <a:xfrm>
              <a:off x="2880296" y="2540000"/>
              <a:ext cx="2199704" cy="3810000"/>
            </a:xfrm>
            <a:custGeom>
              <a:avLst/>
              <a:gdLst>
                <a:gd name="csX0" fmla="*/ 2199704 w 2199704"/>
                <a:gd name="csY0" fmla="*/ 3810000 h 3810000"/>
                <a:gd name="csX1" fmla="*/ 1012618 w 2199704"/>
                <a:gd name="csY1" fmla="*/ 1632629 h 3810000"/>
                <a:gd name="csX2" fmla="*/ 433066 w 2199704"/>
                <a:gd name="csY2" fmla="*/ 2294374 h 3810000"/>
                <a:gd name="csX3" fmla="*/ 0 w 2199704"/>
                <a:gd name="csY3" fmla="*/ 0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3810000">
                  <a:moveTo>
                    <a:pt x="2199704" y="3810000"/>
                  </a:moveTo>
                  <a:cubicBezTo>
                    <a:pt x="1804009" y="3084210"/>
                    <a:pt x="1307058" y="1885233"/>
                    <a:pt x="1012618" y="1632629"/>
                  </a:cubicBezTo>
                  <a:cubicBezTo>
                    <a:pt x="718178" y="1380025"/>
                    <a:pt x="492454" y="2609013"/>
                    <a:pt x="433066" y="2294374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7D1717E-BAD6-81B3-0B6A-12E370A8578B}"/>
                </a:ext>
              </a:extLst>
            </p:cNvPr>
            <p:cNvSpPr/>
            <p:nvPr/>
          </p:nvSpPr>
          <p:spPr>
            <a:xfrm>
              <a:off x="3662956" y="1610296"/>
              <a:ext cx="1678656" cy="4739704"/>
            </a:xfrm>
            <a:custGeom>
              <a:avLst/>
              <a:gdLst>
                <a:gd name="csX0" fmla="*/ 1417044 w 1678656"/>
                <a:gd name="csY0" fmla="*/ 4739704 h 4739704"/>
                <a:gd name="csX1" fmla="*/ 1598881 w 1678656"/>
                <a:gd name="csY1" fmla="*/ 2427407 h 4739704"/>
                <a:gd name="csX2" fmla="*/ 311 w 1678656"/>
                <a:gd name="csY2" fmla="*/ 2860826 h 4739704"/>
                <a:gd name="csX3" fmla="*/ 147044 w 1678656"/>
                <a:gd name="csY3" fmla="*/ 0 h 473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78656" h="4739704">
                  <a:moveTo>
                    <a:pt x="1417044" y="4739704"/>
                  </a:moveTo>
                  <a:cubicBezTo>
                    <a:pt x="1477656" y="3968938"/>
                    <a:pt x="1835003" y="2740553"/>
                    <a:pt x="1598881" y="2427407"/>
                  </a:cubicBezTo>
                  <a:cubicBezTo>
                    <a:pt x="1362759" y="2114261"/>
                    <a:pt x="-23836" y="3331616"/>
                    <a:pt x="311" y="2860826"/>
                  </a:cubicBezTo>
                  <a:lnTo>
                    <a:pt x="14704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E560CC7-861B-EAF3-99F1-B68E7C3ABDEE}"/>
                </a:ext>
              </a:extLst>
            </p:cNvPr>
            <p:cNvSpPr/>
            <p:nvPr/>
          </p:nvSpPr>
          <p:spPr>
            <a:xfrm>
              <a:off x="4892981" y="1270000"/>
              <a:ext cx="187018" cy="5080000"/>
            </a:xfrm>
            <a:custGeom>
              <a:avLst/>
              <a:gdLst>
                <a:gd name="csX0" fmla="*/ 187018 w 187018"/>
                <a:gd name="csY0" fmla="*/ 5080000 h 5080000"/>
                <a:gd name="csX1" fmla="*/ 27 w 187018"/>
                <a:gd name="csY1" fmla="*/ 2467371 h 5080000"/>
                <a:gd name="csX2" fmla="*/ 172093 w 187018"/>
                <a:gd name="csY2" fmla="*/ 1983030 h 5080000"/>
                <a:gd name="csX3" fmla="*/ 187018 w 187018"/>
                <a:gd name="csY3" fmla="*/ 0 h 5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7018" h="5080000">
                  <a:moveTo>
                    <a:pt x="187018" y="5080000"/>
                  </a:moveTo>
                  <a:cubicBezTo>
                    <a:pt x="124688" y="4209124"/>
                    <a:pt x="2515" y="2983533"/>
                    <a:pt x="27" y="2467371"/>
                  </a:cubicBezTo>
                  <a:cubicBezTo>
                    <a:pt x="-2461" y="1951209"/>
                    <a:pt x="168989" y="2395426"/>
                    <a:pt x="172093" y="1983030"/>
                  </a:cubicBezTo>
                  <a:lnTo>
                    <a:pt x="187018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BDE79C7-8DAB-31F9-0006-DFD170DB8FB1}"/>
                </a:ext>
              </a:extLst>
            </p:cNvPr>
            <p:cNvSpPr/>
            <p:nvPr/>
          </p:nvSpPr>
          <p:spPr>
            <a:xfrm>
              <a:off x="5080000" y="1610296"/>
              <a:ext cx="1270000" cy="4739704"/>
            </a:xfrm>
            <a:custGeom>
              <a:avLst/>
              <a:gdLst>
                <a:gd name="csX0" fmla="*/ 0 w 1270000"/>
                <a:gd name="csY0" fmla="*/ 4739704 h 4739704"/>
                <a:gd name="csX1" fmla="*/ 310647 w 1270000"/>
                <a:gd name="csY1" fmla="*/ 1599144 h 4739704"/>
                <a:gd name="csX2" fmla="*/ 806055 w 1270000"/>
                <a:gd name="csY2" fmla="*/ 1740961 h 4739704"/>
                <a:gd name="csX3" fmla="*/ 1270000 w 1270000"/>
                <a:gd name="csY3" fmla="*/ 0 h 473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0000" h="4739704">
                  <a:moveTo>
                    <a:pt x="0" y="4739704"/>
                  </a:moveTo>
                  <a:cubicBezTo>
                    <a:pt x="103549" y="3692851"/>
                    <a:pt x="176305" y="2098934"/>
                    <a:pt x="310647" y="1599144"/>
                  </a:cubicBezTo>
                  <a:cubicBezTo>
                    <a:pt x="444989" y="1099354"/>
                    <a:pt x="726022" y="2041286"/>
                    <a:pt x="806055" y="1740961"/>
                  </a:cubicBezTo>
                  <a:lnTo>
                    <a:pt x="127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611063A-47AC-4D5C-AE5F-96AC4B74F860}"/>
                </a:ext>
              </a:extLst>
            </p:cNvPr>
            <p:cNvSpPr/>
            <p:nvPr/>
          </p:nvSpPr>
          <p:spPr>
            <a:xfrm>
              <a:off x="5080000" y="2540000"/>
              <a:ext cx="2199704" cy="3810000"/>
            </a:xfrm>
            <a:custGeom>
              <a:avLst/>
              <a:gdLst>
                <a:gd name="csX0" fmla="*/ 0 w 2199704"/>
                <a:gd name="csY0" fmla="*/ 3810000 h 3810000"/>
                <a:gd name="csX1" fmla="*/ 1914461 w 2199704"/>
                <a:gd name="csY1" fmla="*/ 1139056 h 3810000"/>
                <a:gd name="csX2" fmla="*/ 992910 w 2199704"/>
                <a:gd name="csY2" fmla="*/ 1472464 h 3810000"/>
                <a:gd name="csX3" fmla="*/ 2199704 w 2199704"/>
                <a:gd name="csY3" fmla="*/ 0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3810000">
                  <a:moveTo>
                    <a:pt x="0" y="3810000"/>
                  </a:moveTo>
                  <a:cubicBezTo>
                    <a:pt x="638154" y="2919685"/>
                    <a:pt x="1748976" y="1528645"/>
                    <a:pt x="1914461" y="1139056"/>
                  </a:cubicBezTo>
                  <a:cubicBezTo>
                    <a:pt x="2079946" y="749467"/>
                    <a:pt x="868857" y="1623827"/>
                    <a:pt x="992910" y="1472464"/>
                  </a:cubicBezTo>
                  <a:lnTo>
                    <a:pt x="219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D7D342A-31BB-536D-52F8-E06D0CF568EC}"/>
                </a:ext>
              </a:extLst>
            </p:cNvPr>
            <p:cNvSpPr/>
            <p:nvPr/>
          </p:nvSpPr>
          <p:spPr>
            <a:xfrm>
              <a:off x="2880296" y="5080000"/>
              <a:ext cx="1214492" cy="954870"/>
            </a:xfrm>
            <a:custGeom>
              <a:avLst/>
              <a:gdLst>
                <a:gd name="csX0" fmla="*/ 929704 w 1214492"/>
                <a:gd name="csY0" fmla="*/ 929704 h 954870"/>
                <a:gd name="csX1" fmla="*/ 1174554 w 1214492"/>
                <a:gd name="csY1" fmla="*/ 942412 h 954870"/>
                <a:gd name="csX2" fmla="*/ 32307 w 1214492"/>
                <a:gd name="csY2" fmla="*/ 795649 h 954870"/>
                <a:gd name="csX3" fmla="*/ 0 w 1214492"/>
                <a:gd name="csY3" fmla="*/ 0 h 954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4492" h="954870">
                  <a:moveTo>
                    <a:pt x="929704" y="929704"/>
                  </a:moveTo>
                  <a:cubicBezTo>
                    <a:pt x="1011321" y="933940"/>
                    <a:pt x="1324120" y="964754"/>
                    <a:pt x="1174554" y="942412"/>
                  </a:cubicBezTo>
                  <a:cubicBezTo>
                    <a:pt x="1024988" y="920070"/>
                    <a:pt x="42490" y="1046425"/>
                    <a:pt x="32307" y="79564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604E3E8-192F-68EB-F296-52DF8BA834C7}"/>
                </a:ext>
              </a:extLst>
            </p:cNvPr>
            <p:cNvSpPr/>
            <p:nvPr/>
          </p:nvSpPr>
          <p:spPr>
            <a:xfrm>
              <a:off x="2280130" y="3810000"/>
              <a:ext cx="1529869" cy="2199704"/>
            </a:xfrm>
            <a:custGeom>
              <a:avLst/>
              <a:gdLst>
                <a:gd name="csX0" fmla="*/ 1529869 w 1529869"/>
                <a:gd name="csY0" fmla="*/ 2199704 h 2199704"/>
                <a:gd name="csX1" fmla="*/ 431247 w 1529869"/>
                <a:gd name="csY1" fmla="*/ 318605 h 2199704"/>
                <a:gd name="csX2" fmla="*/ 1330 w 1529869"/>
                <a:gd name="csY2" fmla="*/ 762129 h 2199704"/>
                <a:gd name="csX3" fmla="*/ 259869 w 1529869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29869" h="2199704">
                  <a:moveTo>
                    <a:pt x="1529869" y="2199704"/>
                  </a:moveTo>
                  <a:cubicBezTo>
                    <a:pt x="1163662" y="1572671"/>
                    <a:pt x="686003" y="558201"/>
                    <a:pt x="431247" y="318605"/>
                  </a:cubicBezTo>
                  <a:cubicBezTo>
                    <a:pt x="176491" y="79009"/>
                    <a:pt x="-18040" y="819229"/>
                    <a:pt x="1330" y="762129"/>
                  </a:cubicBezTo>
                  <a:lnTo>
                    <a:pt x="259869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261889D-C394-1399-AF45-4770653DAB3D}"/>
                </a:ext>
              </a:extLst>
            </p:cNvPr>
            <p:cNvSpPr/>
            <p:nvPr/>
          </p:nvSpPr>
          <p:spPr>
            <a:xfrm>
              <a:off x="2840825" y="2540000"/>
              <a:ext cx="1115685" cy="3469704"/>
            </a:xfrm>
            <a:custGeom>
              <a:avLst/>
              <a:gdLst>
                <a:gd name="csX0" fmla="*/ 969174 w 1115685"/>
                <a:gd name="csY0" fmla="*/ 3469704 h 3469704"/>
                <a:gd name="csX1" fmla="*/ 1057017 w 1115685"/>
                <a:gd name="csY1" fmla="*/ 1348629 h 3469704"/>
                <a:gd name="csX2" fmla="*/ 35 w 1115685"/>
                <a:gd name="csY2" fmla="*/ 1697656 h 3469704"/>
                <a:gd name="csX3" fmla="*/ 39470 w 1115685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15685" h="3469704">
                  <a:moveTo>
                    <a:pt x="969174" y="3469704"/>
                  </a:moveTo>
                  <a:cubicBezTo>
                    <a:pt x="998455" y="2762679"/>
                    <a:pt x="1218540" y="1643970"/>
                    <a:pt x="1057017" y="1348629"/>
                  </a:cubicBezTo>
                  <a:cubicBezTo>
                    <a:pt x="895494" y="1053288"/>
                    <a:pt x="-6504" y="1979153"/>
                    <a:pt x="35" y="1697656"/>
                  </a:cubicBezTo>
                  <a:lnTo>
                    <a:pt x="3947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21BE82B-5D13-6751-7B52-4AB8D2E64538}"/>
                </a:ext>
              </a:extLst>
            </p:cNvPr>
            <p:cNvSpPr/>
            <p:nvPr/>
          </p:nvSpPr>
          <p:spPr>
            <a:xfrm>
              <a:off x="2919493" y="1610296"/>
              <a:ext cx="890506" cy="4399408"/>
            </a:xfrm>
            <a:custGeom>
              <a:avLst/>
              <a:gdLst>
                <a:gd name="csX0" fmla="*/ 890506 w 890506"/>
                <a:gd name="csY0" fmla="*/ 4399408 h 4399408"/>
                <a:gd name="csX1" fmla="*/ 423023 w 890506"/>
                <a:gd name="csY1" fmla="*/ 1896060 h 4399408"/>
                <a:gd name="csX2" fmla="*/ 23605 w 890506"/>
                <a:gd name="csY2" fmla="*/ 2166230 h 4399408"/>
                <a:gd name="csX3" fmla="*/ 890506 w 890506"/>
                <a:gd name="csY3" fmla="*/ 0 h 4399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0506" h="4399408">
                  <a:moveTo>
                    <a:pt x="890506" y="4399408"/>
                  </a:moveTo>
                  <a:cubicBezTo>
                    <a:pt x="734678" y="3564959"/>
                    <a:pt x="567507" y="2268256"/>
                    <a:pt x="423023" y="1896060"/>
                  </a:cubicBezTo>
                  <a:cubicBezTo>
                    <a:pt x="278539" y="1523864"/>
                    <a:pt x="-97322" y="2468405"/>
                    <a:pt x="23605" y="2166230"/>
                  </a:cubicBezTo>
                  <a:lnTo>
                    <a:pt x="890506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F0F8CF9-4EB8-BE08-4DBC-3AE9C92D2764}"/>
                </a:ext>
              </a:extLst>
            </p:cNvPr>
            <p:cNvSpPr/>
            <p:nvPr/>
          </p:nvSpPr>
          <p:spPr>
            <a:xfrm>
              <a:off x="3806544" y="1270000"/>
              <a:ext cx="1273455" cy="4739704"/>
            </a:xfrm>
            <a:custGeom>
              <a:avLst/>
              <a:gdLst>
                <a:gd name="csX0" fmla="*/ 3455 w 1273455"/>
                <a:gd name="csY0" fmla="*/ 4739704 h 4739704"/>
                <a:gd name="csX1" fmla="*/ 78418 w 1273455"/>
                <a:gd name="csY1" fmla="*/ 3064290 h 4739704"/>
                <a:gd name="csX2" fmla="*/ 807292 w 1273455"/>
                <a:gd name="csY2" fmla="*/ 2855452 h 4739704"/>
                <a:gd name="csX3" fmla="*/ 1273455 w 1273455"/>
                <a:gd name="csY3" fmla="*/ 0 h 473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3455" h="4739704">
                  <a:moveTo>
                    <a:pt x="3455" y="4739704"/>
                  </a:moveTo>
                  <a:cubicBezTo>
                    <a:pt x="28443" y="4181233"/>
                    <a:pt x="-55555" y="3378332"/>
                    <a:pt x="78418" y="3064290"/>
                  </a:cubicBezTo>
                  <a:cubicBezTo>
                    <a:pt x="212391" y="2750248"/>
                    <a:pt x="718969" y="3396468"/>
                    <a:pt x="807292" y="2855452"/>
                  </a:cubicBezTo>
                  <a:lnTo>
                    <a:pt x="1273455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E8C22BA-8DA7-50B2-E23B-4F6E0A067338}"/>
                </a:ext>
              </a:extLst>
            </p:cNvPr>
            <p:cNvSpPr/>
            <p:nvPr/>
          </p:nvSpPr>
          <p:spPr>
            <a:xfrm>
              <a:off x="3810000" y="1610296"/>
              <a:ext cx="2540000" cy="4399408"/>
            </a:xfrm>
            <a:custGeom>
              <a:avLst/>
              <a:gdLst>
                <a:gd name="csX0" fmla="*/ 0 w 2540000"/>
                <a:gd name="csY0" fmla="*/ 4399408 h 4399408"/>
                <a:gd name="csX1" fmla="*/ 2085117 w 2540000"/>
                <a:gd name="csY1" fmla="*/ 1877791 h 4399408"/>
                <a:gd name="csX2" fmla="*/ 1351803 w 2540000"/>
                <a:gd name="csY2" fmla="*/ 1400921 h 4399408"/>
                <a:gd name="csX3" fmla="*/ 2540000 w 2540000"/>
                <a:gd name="csY3" fmla="*/ 0 h 4399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4399408">
                  <a:moveTo>
                    <a:pt x="0" y="4399408"/>
                  </a:moveTo>
                  <a:cubicBezTo>
                    <a:pt x="695039" y="3558869"/>
                    <a:pt x="1859817" y="2377539"/>
                    <a:pt x="2085117" y="1877791"/>
                  </a:cubicBezTo>
                  <a:cubicBezTo>
                    <a:pt x="2310417" y="1378043"/>
                    <a:pt x="1143513" y="1646502"/>
                    <a:pt x="1351803" y="1400921"/>
                  </a:cubicBezTo>
                  <a:lnTo>
                    <a:pt x="254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2DBE17B-A504-5839-0AAF-BFDE3E205ABC}"/>
                </a:ext>
              </a:extLst>
            </p:cNvPr>
            <p:cNvSpPr/>
            <p:nvPr/>
          </p:nvSpPr>
          <p:spPr>
            <a:xfrm>
              <a:off x="3810000" y="2540000"/>
              <a:ext cx="3469704" cy="3469704"/>
            </a:xfrm>
            <a:custGeom>
              <a:avLst/>
              <a:gdLst>
                <a:gd name="csX0" fmla="*/ 0 w 3469704"/>
                <a:gd name="csY0" fmla="*/ 3469704 h 3469704"/>
                <a:gd name="csX1" fmla="*/ 1990830 w 3469704"/>
                <a:gd name="csY1" fmla="*/ 1563472 h 3469704"/>
                <a:gd name="csX2" fmla="*/ 2611957 w 3469704"/>
                <a:gd name="csY2" fmla="*/ 1000709 h 3469704"/>
                <a:gd name="csX3" fmla="*/ 3469704 w 346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3469704">
                  <a:moveTo>
                    <a:pt x="0" y="3469704"/>
                  </a:moveTo>
                  <a:lnTo>
                    <a:pt x="1990830" y="1563472"/>
                  </a:lnTo>
                  <a:cubicBezTo>
                    <a:pt x="2426156" y="1151973"/>
                    <a:pt x="2378530" y="1273042"/>
                    <a:pt x="2611957" y="1000709"/>
                  </a:cubicBezTo>
                  <a:lnTo>
                    <a:pt x="346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B850414-4FE0-F2A3-60E0-EFE5C353B763}"/>
                </a:ext>
              </a:extLst>
            </p:cNvPr>
            <p:cNvSpPr/>
            <p:nvPr/>
          </p:nvSpPr>
          <p:spPr>
            <a:xfrm>
              <a:off x="2396083" y="3773580"/>
              <a:ext cx="1128639" cy="1306419"/>
            </a:xfrm>
            <a:custGeom>
              <a:avLst/>
              <a:gdLst>
                <a:gd name="csX0" fmla="*/ 484212 w 1128639"/>
                <a:gd name="csY0" fmla="*/ 1306419 h 1306419"/>
                <a:gd name="csX1" fmla="*/ 1120727 w 1128639"/>
                <a:gd name="csY1" fmla="*/ 900418 h 1306419"/>
                <a:gd name="csX2" fmla="*/ 23983 w 1128639"/>
                <a:gd name="csY2" fmla="*/ 3232 h 1306419"/>
                <a:gd name="csX3" fmla="*/ 143916 w 1128639"/>
                <a:gd name="csY3" fmla="*/ 36419 h 1306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28639" h="1306419">
                  <a:moveTo>
                    <a:pt x="484212" y="1306419"/>
                  </a:moveTo>
                  <a:cubicBezTo>
                    <a:pt x="696384" y="1171085"/>
                    <a:pt x="1197432" y="1117616"/>
                    <a:pt x="1120727" y="900418"/>
                  </a:cubicBezTo>
                  <a:cubicBezTo>
                    <a:pt x="1044022" y="683220"/>
                    <a:pt x="-185494" y="-54731"/>
                    <a:pt x="23983" y="3232"/>
                  </a:cubicBezTo>
                  <a:lnTo>
                    <a:pt x="143916" y="36419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9A15CB2-1461-6634-8C49-3279975B0246}"/>
                </a:ext>
              </a:extLst>
            </p:cNvPr>
            <p:cNvSpPr/>
            <p:nvPr/>
          </p:nvSpPr>
          <p:spPr>
            <a:xfrm>
              <a:off x="2778856" y="2540000"/>
              <a:ext cx="1050289" cy="2540000"/>
            </a:xfrm>
            <a:custGeom>
              <a:avLst/>
              <a:gdLst>
                <a:gd name="csX0" fmla="*/ 101439 w 1050289"/>
                <a:gd name="csY0" fmla="*/ 2540000 h 2540000"/>
                <a:gd name="csX1" fmla="*/ 63298 w 1050289"/>
                <a:gd name="csY1" fmla="*/ 735474 h 2540000"/>
                <a:gd name="csX2" fmla="*/ 1041997 w 1050289"/>
                <a:gd name="csY2" fmla="*/ 565951 h 2540000"/>
                <a:gd name="csX3" fmla="*/ 101439 w 1050289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0289" h="2540000">
                  <a:moveTo>
                    <a:pt x="101439" y="2540000"/>
                  </a:moveTo>
                  <a:cubicBezTo>
                    <a:pt x="88725" y="1938491"/>
                    <a:pt x="-93462" y="1064482"/>
                    <a:pt x="63298" y="735474"/>
                  </a:cubicBezTo>
                  <a:cubicBezTo>
                    <a:pt x="220058" y="406466"/>
                    <a:pt x="1147169" y="629235"/>
                    <a:pt x="1041997" y="565951"/>
                  </a:cubicBezTo>
                  <a:lnTo>
                    <a:pt x="101439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36AC48F-FDB0-D4C1-1292-4E8E9A10C94B}"/>
                </a:ext>
              </a:extLst>
            </p:cNvPr>
            <p:cNvSpPr/>
            <p:nvPr/>
          </p:nvSpPr>
          <p:spPr>
            <a:xfrm>
              <a:off x="2433344" y="1610296"/>
              <a:ext cx="1376655" cy="3469704"/>
            </a:xfrm>
            <a:custGeom>
              <a:avLst/>
              <a:gdLst>
                <a:gd name="csX0" fmla="*/ 446951 w 1376655"/>
                <a:gd name="csY0" fmla="*/ 3469704 h 3469704"/>
                <a:gd name="csX1" fmla="*/ 14330 w 1376655"/>
                <a:gd name="csY1" fmla="*/ 1440323 h 3469704"/>
                <a:gd name="csX2" fmla="*/ 1002612 w 1376655"/>
                <a:gd name="csY2" fmla="*/ 2540580 h 3469704"/>
                <a:gd name="csX3" fmla="*/ 1376655 w 1376655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76655" h="3469704">
                  <a:moveTo>
                    <a:pt x="446951" y="3469704"/>
                  </a:moveTo>
                  <a:cubicBezTo>
                    <a:pt x="302744" y="2793244"/>
                    <a:pt x="-78280" y="1595177"/>
                    <a:pt x="14330" y="1440323"/>
                  </a:cubicBezTo>
                  <a:cubicBezTo>
                    <a:pt x="106940" y="1285469"/>
                    <a:pt x="954483" y="2867479"/>
                    <a:pt x="1002612" y="2540580"/>
                  </a:cubicBezTo>
                  <a:lnTo>
                    <a:pt x="1376655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67DE7E0-89F8-2B63-9F6C-2ABDCA36C272}"/>
                </a:ext>
              </a:extLst>
            </p:cNvPr>
            <p:cNvSpPr/>
            <p:nvPr/>
          </p:nvSpPr>
          <p:spPr>
            <a:xfrm>
              <a:off x="2880296" y="1270000"/>
              <a:ext cx="2199704" cy="3810000"/>
            </a:xfrm>
            <a:custGeom>
              <a:avLst/>
              <a:gdLst>
                <a:gd name="csX0" fmla="*/ 0 w 2199704"/>
                <a:gd name="csY0" fmla="*/ 3810000 h 3810000"/>
                <a:gd name="csX1" fmla="*/ 1172711 w 2199704"/>
                <a:gd name="csY1" fmla="*/ 1726733 h 3810000"/>
                <a:gd name="csX2" fmla="*/ 1761355 w 2199704"/>
                <a:gd name="csY2" fmla="*/ 2526460 h 3810000"/>
                <a:gd name="csX3" fmla="*/ 2199704 w 2199704"/>
                <a:gd name="csY3" fmla="*/ 0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3810000">
                  <a:moveTo>
                    <a:pt x="0" y="3810000"/>
                  </a:moveTo>
                  <a:cubicBezTo>
                    <a:pt x="390904" y="3115578"/>
                    <a:pt x="879152" y="1940656"/>
                    <a:pt x="1172711" y="1726733"/>
                  </a:cubicBezTo>
                  <a:cubicBezTo>
                    <a:pt x="1466270" y="1512810"/>
                    <a:pt x="1704114" y="2856374"/>
                    <a:pt x="1761355" y="2526460"/>
                  </a:cubicBezTo>
                  <a:lnTo>
                    <a:pt x="219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E370540-BBA4-EAB9-B298-257525A1EE0D}"/>
                </a:ext>
              </a:extLst>
            </p:cNvPr>
            <p:cNvSpPr/>
            <p:nvPr/>
          </p:nvSpPr>
          <p:spPr>
            <a:xfrm>
              <a:off x="2880296" y="1610296"/>
              <a:ext cx="3469704" cy="3469704"/>
            </a:xfrm>
            <a:custGeom>
              <a:avLst/>
              <a:gdLst>
                <a:gd name="csX0" fmla="*/ 0 w 3469704"/>
                <a:gd name="csY0" fmla="*/ 3469704 h 3469704"/>
                <a:gd name="csX1" fmla="*/ 2063327 w 3469704"/>
                <a:gd name="csY1" fmla="*/ 2157562 h 3469704"/>
                <a:gd name="csX2" fmla="*/ 2681202 w 3469704"/>
                <a:gd name="csY2" fmla="*/ 1429683 h 3469704"/>
                <a:gd name="csX3" fmla="*/ 3469704 w 346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3469704">
                  <a:moveTo>
                    <a:pt x="0" y="3469704"/>
                  </a:moveTo>
                  <a:cubicBezTo>
                    <a:pt x="687776" y="3032323"/>
                    <a:pt x="1616460" y="2497565"/>
                    <a:pt x="2063327" y="2157562"/>
                  </a:cubicBezTo>
                  <a:cubicBezTo>
                    <a:pt x="2510194" y="1817559"/>
                    <a:pt x="2473903" y="1805550"/>
                    <a:pt x="2681202" y="1429683"/>
                  </a:cubicBezTo>
                  <a:lnTo>
                    <a:pt x="346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D010084-5966-44D4-B923-CBF73CF4C20B}"/>
                </a:ext>
              </a:extLst>
            </p:cNvPr>
            <p:cNvSpPr/>
            <p:nvPr/>
          </p:nvSpPr>
          <p:spPr>
            <a:xfrm>
              <a:off x="2880296" y="2540000"/>
              <a:ext cx="4399408" cy="2540000"/>
            </a:xfrm>
            <a:custGeom>
              <a:avLst/>
              <a:gdLst>
                <a:gd name="csX0" fmla="*/ 0 w 4399408"/>
                <a:gd name="csY0" fmla="*/ 2540000 h 2540000"/>
                <a:gd name="csX1" fmla="*/ 2190581 w 4399408"/>
                <a:gd name="csY1" fmla="*/ 1104204 h 2540000"/>
                <a:gd name="csX2" fmla="*/ 2571716 w 4399408"/>
                <a:gd name="csY2" fmla="*/ 658665 h 2540000"/>
                <a:gd name="csX3" fmla="*/ 4399408 w 4399408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9408" h="2540000">
                  <a:moveTo>
                    <a:pt x="0" y="2540000"/>
                  </a:moveTo>
                  <a:cubicBezTo>
                    <a:pt x="730194" y="2061401"/>
                    <a:pt x="1761962" y="1417760"/>
                    <a:pt x="2190581" y="1104204"/>
                  </a:cubicBezTo>
                  <a:cubicBezTo>
                    <a:pt x="2619200" y="790648"/>
                    <a:pt x="2184517" y="798204"/>
                    <a:pt x="2571716" y="658665"/>
                  </a:cubicBezTo>
                  <a:lnTo>
                    <a:pt x="4399408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3E7828A-CA0A-15A8-7DB2-CE7C402AE1A1}"/>
                </a:ext>
              </a:extLst>
            </p:cNvPr>
            <p:cNvSpPr/>
            <p:nvPr/>
          </p:nvSpPr>
          <p:spPr>
            <a:xfrm>
              <a:off x="2501596" y="2540000"/>
              <a:ext cx="812640" cy="1270000"/>
            </a:xfrm>
            <a:custGeom>
              <a:avLst/>
              <a:gdLst>
                <a:gd name="csX0" fmla="*/ 38404 w 812640"/>
                <a:gd name="csY0" fmla="*/ 1270000 h 1270000"/>
                <a:gd name="csX1" fmla="*/ 61711 w 812640"/>
                <a:gd name="csY1" fmla="*/ 717252 h 1270000"/>
                <a:gd name="csX2" fmla="*/ 807987 w 812640"/>
                <a:gd name="csY2" fmla="*/ 712940 h 1270000"/>
                <a:gd name="csX3" fmla="*/ 378700 w 812640"/>
                <a:gd name="csY3" fmla="*/ 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12640" h="1270000">
                  <a:moveTo>
                    <a:pt x="38404" y="1270000"/>
                  </a:moveTo>
                  <a:cubicBezTo>
                    <a:pt x="46173" y="1085751"/>
                    <a:pt x="-66553" y="810095"/>
                    <a:pt x="61711" y="717252"/>
                  </a:cubicBezTo>
                  <a:cubicBezTo>
                    <a:pt x="189975" y="624409"/>
                    <a:pt x="875405" y="824905"/>
                    <a:pt x="807987" y="712940"/>
                  </a:cubicBezTo>
                  <a:lnTo>
                    <a:pt x="3787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AB4368C-0DB7-7860-6EF7-B0F0537CAF4B}"/>
                </a:ext>
              </a:extLst>
            </p:cNvPr>
            <p:cNvSpPr/>
            <p:nvPr/>
          </p:nvSpPr>
          <p:spPr>
            <a:xfrm>
              <a:off x="2540000" y="1610296"/>
              <a:ext cx="1270000" cy="2199704"/>
            </a:xfrm>
            <a:custGeom>
              <a:avLst/>
              <a:gdLst>
                <a:gd name="csX0" fmla="*/ 0 w 1270000"/>
                <a:gd name="csY0" fmla="*/ 2199704 h 2199704"/>
                <a:gd name="csX1" fmla="*/ 496951 w 1270000"/>
                <a:gd name="csY1" fmla="*/ 1117127 h 2199704"/>
                <a:gd name="csX2" fmla="*/ 116424 w 1270000"/>
                <a:gd name="csY2" fmla="*/ 1326904 h 2199704"/>
                <a:gd name="csX3" fmla="*/ 1270000 w 127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0000" h="2199704">
                  <a:moveTo>
                    <a:pt x="0" y="2199704"/>
                  </a:moveTo>
                  <a:cubicBezTo>
                    <a:pt x="165650" y="1838845"/>
                    <a:pt x="477547" y="1262593"/>
                    <a:pt x="496951" y="1117127"/>
                  </a:cubicBezTo>
                  <a:cubicBezTo>
                    <a:pt x="516355" y="971661"/>
                    <a:pt x="-32130" y="1497778"/>
                    <a:pt x="116424" y="1326904"/>
                  </a:cubicBezTo>
                  <a:lnTo>
                    <a:pt x="127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A401ACD-3B0C-84F4-270E-B564D5A6FA39}"/>
                </a:ext>
              </a:extLst>
            </p:cNvPr>
            <p:cNvSpPr/>
            <p:nvPr/>
          </p:nvSpPr>
          <p:spPr>
            <a:xfrm>
              <a:off x="2540000" y="1270000"/>
              <a:ext cx="2540000" cy="2540000"/>
            </a:xfrm>
            <a:custGeom>
              <a:avLst/>
              <a:gdLst>
                <a:gd name="csX0" fmla="*/ 0 w 2540000"/>
                <a:gd name="csY0" fmla="*/ 2540000 h 2540000"/>
                <a:gd name="csX1" fmla="*/ 1250627 w 2540000"/>
                <a:gd name="csY1" fmla="*/ 1614461 h 2540000"/>
                <a:gd name="csX2" fmla="*/ 2006473 w 2540000"/>
                <a:gd name="csY2" fmla="*/ 1023332 h 2540000"/>
                <a:gd name="csX3" fmla="*/ 2540000 w 2540000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2540000">
                  <a:moveTo>
                    <a:pt x="0" y="2540000"/>
                  </a:moveTo>
                  <a:lnTo>
                    <a:pt x="1250627" y="1614461"/>
                  </a:lnTo>
                  <a:cubicBezTo>
                    <a:pt x="1585039" y="1361683"/>
                    <a:pt x="1847276" y="1328682"/>
                    <a:pt x="2006473" y="1023332"/>
                  </a:cubicBezTo>
                  <a:lnTo>
                    <a:pt x="254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6A1AC4F-DE90-1C00-18EA-1836A332AAF2}"/>
                </a:ext>
              </a:extLst>
            </p:cNvPr>
            <p:cNvSpPr/>
            <p:nvPr/>
          </p:nvSpPr>
          <p:spPr>
            <a:xfrm>
              <a:off x="2540000" y="1610296"/>
              <a:ext cx="3810000" cy="2199704"/>
            </a:xfrm>
            <a:custGeom>
              <a:avLst/>
              <a:gdLst>
                <a:gd name="csX0" fmla="*/ 0 w 3810000"/>
                <a:gd name="csY0" fmla="*/ 2199704 h 2199704"/>
                <a:gd name="csX1" fmla="*/ 1528758 w 3810000"/>
                <a:gd name="csY1" fmla="*/ 705263 h 2199704"/>
                <a:gd name="csX2" fmla="*/ 1238843 w 3810000"/>
                <a:gd name="csY2" fmla="*/ 1156661 h 2199704"/>
                <a:gd name="csX3" fmla="*/ 3810000 w 381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00" h="2199704">
                  <a:moveTo>
                    <a:pt x="0" y="2199704"/>
                  </a:moveTo>
                  <a:cubicBezTo>
                    <a:pt x="509586" y="1701557"/>
                    <a:pt x="1322284" y="879103"/>
                    <a:pt x="1528758" y="705263"/>
                  </a:cubicBezTo>
                  <a:cubicBezTo>
                    <a:pt x="1735232" y="531423"/>
                    <a:pt x="875914" y="1319929"/>
                    <a:pt x="1238843" y="1156661"/>
                  </a:cubicBezTo>
                  <a:lnTo>
                    <a:pt x="381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3171022-067B-832A-80B8-D677060FA6E8}"/>
                </a:ext>
              </a:extLst>
            </p:cNvPr>
            <p:cNvSpPr/>
            <p:nvPr/>
          </p:nvSpPr>
          <p:spPr>
            <a:xfrm>
              <a:off x="2540000" y="2540000"/>
              <a:ext cx="4739704" cy="1393671"/>
            </a:xfrm>
            <a:custGeom>
              <a:avLst/>
              <a:gdLst>
                <a:gd name="csX0" fmla="*/ 0 w 4739704"/>
                <a:gd name="csY0" fmla="*/ 1270000 h 1393671"/>
                <a:gd name="csX1" fmla="*/ 1842665 w 4739704"/>
                <a:gd name="csY1" fmla="*/ 796028 h 1393671"/>
                <a:gd name="csX2" fmla="*/ 2109741 w 4739704"/>
                <a:gd name="csY2" fmla="*/ 1351232 h 1393671"/>
                <a:gd name="csX3" fmla="*/ 4739704 w 4739704"/>
                <a:gd name="csY3" fmla="*/ 0 h 139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39704" h="1393671">
                  <a:moveTo>
                    <a:pt x="0" y="1270000"/>
                  </a:moveTo>
                  <a:cubicBezTo>
                    <a:pt x="614222" y="1112009"/>
                    <a:pt x="1491042" y="782489"/>
                    <a:pt x="1842665" y="796028"/>
                  </a:cubicBezTo>
                  <a:cubicBezTo>
                    <a:pt x="2194288" y="809567"/>
                    <a:pt x="1664352" y="1580066"/>
                    <a:pt x="2109741" y="1351232"/>
                  </a:cubicBezTo>
                  <a:lnTo>
                    <a:pt x="473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69BCDB3-CB47-AFC9-8D6F-8148C394888E}"/>
                </a:ext>
              </a:extLst>
            </p:cNvPr>
            <p:cNvSpPr/>
            <p:nvPr/>
          </p:nvSpPr>
          <p:spPr>
            <a:xfrm>
              <a:off x="2880296" y="1485804"/>
              <a:ext cx="929704" cy="1065314"/>
            </a:xfrm>
            <a:custGeom>
              <a:avLst/>
              <a:gdLst>
                <a:gd name="csX0" fmla="*/ 0 w 929704"/>
                <a:gd name="csY0" fmla="*/ 1054196 h 1065314"/>
                <a:gd name="csX1" fmla="*/ 422969 w 929704"/>
                <a:gd name="csY1" fmla="*/ 1 h 1065314"/>
                <a:gd name="csX2" fmla="*/ 815491 w 929704"/>
                <a:gd name="csY2" fmla="*/ 1060671 h 1065314"/>
                <a:gd name="csX3" fmla="*/ 929704 w 929704"/>
                <a:gd name="csY3" fmla="*/ 124492 h 106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9704" h="1065314">
                  <a:moveTo>
                    <a:pt x="0" y="1054196"/>
                  </a:moveTo>
                  <a:cubicBezTo>
                    <a:pt x="140990" y="702798"/>
                    <a:pt x="287054" y="-1078"/>
                    <a:pt x="422969" y="1"/>
                  </a:cubicBezTo>
                  <a:cubicBezTo>
                    <a:pt x="558884" y="1080"/>
                    <a:pt x="804959" y="1146998"/>
                    <a:pt x="815491" y="1060671"/>
                  </a:cubicBezTo>
                  <a:lnTo>
                    <a:pt x="929704" y="124492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676A809-AFF0-722D-4F29-11126D8AAA61}"/>
                </a:ext>
              </a:extLst>
            </p:cNvPr>
            <p:cNvSpPr/>
            <p:nvPr/>
          </p:nvSpPr>
          <p:spPr>
            <a:xfrm>
              <a:off x="2880296" y="1270000"/>
              <a:ext cx="2199704" cy="1271849"/>
            </a:xfrm>
            <a:custGeom>
              <a:avLst/>
              <a:gdLst>
                <a:gd name="csX0" fmla="*/ 0 w 2199704"/>
                <a:gd name="csY0" fmla="*/ 1270000 h 1271849"/>
                <a:gd name="csX1" fmla="*/ 1316898 w 2199704"/>
                <a:gd name="csY1" fmla="*/ 1172474 h 1271849"/>
                <a:gd name="csX2" fmla="*/ 455474 w 2199704"/>
                <a:gd name="csY2" fmla="*/ 1221320 h 1271849"/>
                <a:gd name="csX3" fmla="*/ 2199704 w 2199704"/>
                <a:gd name="csY3" fmla="*/ 0 h 127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1271849">
                  <a:moveTo>
                    <a:pt x="0" y="1270000"/>
                  </a:moveTo>
                  <a:lnTo>
                    <a:pt x="1316898" y="1172474"/>
                  </a:lnTo>
                  <a:cubicBezTo>
                    <a:pt x="1392810" y="1164361"/>
                    <a:pt x="255101" y="1361623"/>
                    <a:pt x="455474" y="1221320"/>
                  </a:cubicBezTo>
                  <a:lnTo>
                    <a:pt x="219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BF038FD-EC4D-77A7-9B4E-16DCB8D38CB5}"/>
                </a:ext>
              </a:extLst>
            </p:cNvPr>
            <p:cNvSpPr/>
            <p:nvPr/>
          </p:nvSpPr>
          <p:spPr>
            <a:xfrm>
              <a:off x="2880296" y="1237956"/>
              <a:ext cx="3469704" cy="1762113"/>
            </a:xfrm>
            <a:custGeom>
              <a:avLst/>
              <a:gdLst>
                <a:gd name="csX0" fmla="*/ 0 w 3469704"/>
                <a:gd name="csY0" fmla="*/ 1302044 h 1762113"/>
                <a:gd name="csX1" fmla="*/ 1168340 w 3469704"/>
                <a:gd name="csY1" fmla="*/ 1707324 h 1762113"/>
                <a:gd name="csX2" fmla="*/ 907798 w 3469704"/>
                <a:gd name="csY2" fmla="*/ 1892 h 1762113"/>
                <a:gd name="csX3" fmla="*/ 3469704 w 3469704"/>
                <a:gd name="csY3" fmla="*/ 372340 h 1762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1762113">
                  <a:moveTo>
                    <a:pt x="0" y="1302044"/>
                  </a:moveTo>
                  <a:cubicBezTo>
                    <a:pt x="389447" y="1437137"/>
                    <a:pt x="1017040" y="1924016"/>
                    <a:pt x="1168340" y="1707324"/>
                  </a:cubicBezTo>
                  <a:cubicBezTo>
                    <a:pt x="1319640" y="1490632"/>
                    <a:pt x="468940" y="-61566"/>
                    <a:pt x="907798" y="1892"/>
                  </a:cubicBezTo>
                  <a:lnTo>
                    <a:pt x="3469704" y="37234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BAD61C6-EAEA-39D3-BFFC-1ED20571342F}"/>
                </a:ext>
              </a:extLst>
            </p:cNvPr>
            <p:cNvSpPr/>
            <p:nvPr/>
          </p:nvSpPr>
          <p:spPr>
            <a:xfrm>
              <a:off x="2880296" y="1805017"/>
              <a:ext cx="4399408" cy="734981"/>
            </a:xfrm>
            <a:custGeom>
              <a:avLst/>
              <a:gdLst>
                <a:gd name="csX0" fmla="*/ 0 w 4399408"/>
                <a:gd name="csY0" fmla="*/ 734981 h 734981"/>
                <a:gd name="csX1" fmla="*/ 2758245 w 4399408"/>
                <a:gd name="csY1" fmla="*/ 505628 h 734981"/>
                <a:gd name="csX2" fmla="*/ 2130331 w 4399408"/>
                <a:gd name="csY2" fmla="*/ 10212 h 734981"/>
                <a:gd name="csX3" fmla="*/ 4399408 w 4399408"/>
                <a:gd name="csY3" fmla="*/ 734981 h 734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9408" h="734981">
                  <a:moveTo>
                    <a:pt x="0" y="734981"/>
                  </a:moveTo>
                  <a:cubicBezTo>
                    <a:pt x="919415" y="658530"/>
                    <a:pt x="2403190" y="626423"/>
                    <a:pt x="2758245" y="505628"/>
                  </a:cubicBezTo>
                  <a:cubicBezTo>
                    <a:pt x="3113300" y="384833"/>
                    <a:pt x="1867241" y="-73822"/>
                    <a:pt x="2130331" y="10212"/>
                  </a:cubicBezTo>
                  <a:lnTo>
                    <a:pt x="4399408" y="734981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B851AB5-2A8A-FC0F-4842-EBCF1DE9B199}"/>
                </a:ext>
              </a:extLst>
            </p:cNvPr>
            <p:cNvSpPr/>
            <p:nvPr/>
          </p:nvSpPr>
          <p:spPr>
            <a:xfrm>
              <a:off x="3504429" y="816692"/>
              <a:ext cx="1575571" cy="1037641"/>
            </a:xfrm>
            <a:custGeom>
              <a:avLst/>
              <a:gdLst>
                <a:gd name="csX0" fmla="*/ 305571 w 1575571"/>
                <a:gd name="csY0" fmla="*/ 793603 h 1037641"/>
                <a:gd name="csX1" fmla="*/ 208042 w 1575571"/>
                <a:gd name="csY1" fmla="*/ 1993 h 1037641"/>
                <a:gd name="csX2" fmla="*/ 79737 w 1575571"/>
                <a:gd name="csY2" fmla="*/ 1032680 h 1037641"/>
                <a:gd name="csX3" fmla="*/ 1575571 w 1575571"/>
                <a:gd name="csY3" fmla="*/ 453307 h 1037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75571" h="1037641">
                  <a:moveTo>
                    <a:pt x="305571" y="793603"/>
                  </a:moveTo>
                  <a:cubicBezTo>
                    <a:pt x="273061" y="529733"/>
                    <a:pt x="245681" y="-37853"/>
                    <a:pt x="208042" y="1993"/>
                  </a:cubicBezTo>
                  <a:cubicBezTo>
                    <a:pt x="170403" y="41839"/>
                    <a:pt x="-144074" y="1119367"/>
                    <a:pt x="79737" y="1032680"/>
                  </a:cubicBezTo>
                  <a:lnTo>
                    <a:pt x="1575571" y="453307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3FF7AC0-8EB3-66DD-9449-FFB9F0425E1B}"/>
                </a:ext>
              </a:extLst>
            </p:cNvPr>
            <p:cNvSpPr/>
            <p:nvPr/>
          </p:nvSpPr>
          <p:spPr>
            <a:xfrm>
              <a:off x="3810000" y="1549153"/>
              <a:ext cx="2540000" cy="178179"/>
            </a:xfrm>
            <a:custGeom>
              <a:avLst/>
              <a:gdLst>
                <a:gd name="csX0" fmla="*/ 0 w 2540000"/>
                <a:gd name="csY0" fmla="*/ 61143 h 178179"/>
                <a:gd name="csX1" fmla="*/ 1332907 w 2540000"/>
                <a:gd name="csY1" fmla="*/ 177366 h 178179"/>
                <a:gd name="csX2" fmla="*/ 730378 w 2540000"/>
                <a:gd name="csY2" fmla="*/ 194 h 178179"/>
                <a:gd name="csX3" fmla="*/ 2540000 w 2540000"/>
                <a:gd name="csY3" fmla="*/ 61143 h 178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178179">
                  <a:moveTo>
                    <a:pt x="0" y="61143"/>
                  </a:moveTo>
                  <a:cubicBezTo>
                    <a:pt x="444302" y="99884"/>
                    <a:pt x="1211177" y="187524"/>
                    <a:pt x="1332907" y="177366"/>
                  </a:cubicBezTo>
                  <a:cubicBezTo>
                    <a:pt x="1454637" y="167208"/>
                    <a:pt x="528380" y="-6609"/>
                    <a:pt x="730378" y="194"/>
                  </a:cubicBezTo>
                  <a:lnTo>
                    <a:pt x="2540000" y="61143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BF67722-7C7D-D5B6-FB63-0537C3544FFC}"/>
                </a:ext>
              </a:extLst>
            </p:cNvPr>
            <p:cNvSpPr/>
            <p:nvPr/>
          </p:nvSpPr>
          <p:spPr>
            <a:xfrm>
              <a:off x="3810000" y="1610296"/>
              <a:ext cx="3469704" cy="1238300"/>
            </a:xfrm>
            <a:custGeom>
              <a:avLst/>
              <a:gdLst>
                <a:gd name="csX0" fmla="*/ 0 w 3469704"/>
                <a:gd name="csY0" fmla="*/ 0 h 1238300"/>
                <a:gd name="csX1" fmla="*/ 2204158 w 3469704"/>
                <a:gd name="csY1" fmla="*/ 945504 h 1238300"/>
                <a:gd name="csX2" fmla="*/ 1542318 w 3469704"/>
                <a:gd name="csY2" fmla="*/ 1232755 h 1238300"/>
                <a:gd name="csX3" fmla="*/ 3469704 w 3469704"/>
                <a:gd name="csY3" fmla="*/ 929704 h 1238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1238300">
                  <a:moveTo>
                    <a:pt x="0" y="0"/>
                  </a:moveTo>
                  <a:cubicBezTo>
                    <a:pt x="734719" y="315168"/>
                    <a:pt x="1947105" y="740045"/>
                    <a:pt x="2204158" y="945504"/>
                  </a:cubicBezTo>
                  <a:cubicBezTo>
                    <a:pt x="2461211" y="1150963"/>
                    <a:pt x="1333938" y="1265519"/>
                    <a:pt x="1542318" y="1232755"/>
                  </a:cubicBezTo>
                  <a:lnTo>
                    <a:pt x="3469704" y="92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9F65B7D-5679-B16C-159B-5867E3803629}"/>
                </a:ext>
              </a:extLst>
            </p:cNvPr>
            <p:cNvSpPr/>
            <p:nvPr/>
          </p:nvSpPr>
          <p:spPr>
            <a:xfrm>
              <a:off x="5080000" y="644351"/>
              <a:ext cx="1270000" cy="1206024"/>
            </a:xfrm>
            <a:custGeom>
              <a:avLst/>
              <a:gdLst>
                <a:gd name="csX0" fmla="*/ 0 w 1270000"/>
                <a:gd name="csY0" fmla="*/ 625649 h 1206024"/>
                <a:gd name="csX1" fmla="*/ 1103643 w 1270000"/>
                <a:gd name="csY1" fmla="*/ 12003 h 1206024"/>
                <a:gd name="csX2" fmla="*/ 891358 w 1270000"/>
                <a:gd name="csY2" fmla="*/ 1201615 h 1206024"/>
                <a:gd name="csX3" fmla="*/ 1270000 w 1270000"/>
                <a:gd name="csY3" fmla="*/ 965945 h 1206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0000" h="1206024">
                  <a:moveTo>
                    <a:pt x="0" y="625649"/>
                  </a:moveTo>
                  <a:cubicBezTo>
                    <a:pt x="367881" y="421100"/>
                    <a:pt x="955083" y="-83991"/>
                    <a:pt x="1103643" y="12003"/>
                  </a:cubicBezTo>
                  <a:cubicBezTo>
                    <a:pt x="1252203" y="107997"/>
                    <a:pt x="754341" y="1286896"/>
                    <a:pt x="891358" y="1201615"/>
                  </a:cubicBezTo>
                  <a:lnTo>
                    <a:pt x="1270000" y="965945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DB72E08-8EF7-D9C6-542F-551FB05F6498}"/>
                </a:ext>
              </a:extLst>
            </p:cNvPr>
            <p:cNvSpPr/>
            <p:nvPr/>
          </p:nvSpPr>
          <p:spPr>
            <a:xfrm>
              <a:off x="5080000" y="1270000"/>
              <a:ext cx="2199704" cy="1270000"/>
            </a:xfrm>
            <a:custGeom>
              <a:avLst/>
              <a:gdLst>
                <a:gd name="csX0" fmla="*/ 0 w 2199704"/>
                <a:gd name="csY0" fmla="*/ 0 h 1270000"/>
                <a:gd name="csX1" fmla="*/ 177227 w 2199704"/>
                <a:gd name="csY1" fmla="*/ 503830 h 1270000"/>
                <a:gd name="csX2" fmla="*/ 913129 w 2199704"/>
                <a:gd name="csY2" fmla="*/ 206938 h 1270000"/>
                <a:gd name="csX3" fmla="*/ 2199704 w 2199704"/>
                <a:gd name="csY3" fmla="*/ 127000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1270000">
                  <a:moveTo>
                    <a:pt x="0" y="0"/>
                  </a:moveTo>
                  <a:cubicBezTo>
                    <a:pt x="59076" y="167943"/>
                    <a:pt x="25039" y="469340"/>
                    <a:pt x="177227" y="503830"/>
                  </a:cubicBezTo>
                  <a:cubicBezTo>
                    <a:pt x="329415" y="538320"/>
                    <a:pt x="635257" y="-22660"/>
                    <a:pt x="913129" y="206938"/>
                  </a:cubicBezTo>
                  <a:lnTo>
                    <a:pt x="2199704" y="127000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123BC99-8426-2232-4645-18C3EB0FBE89}"/>
                </a:ext>
              </a:extLst>
            </p:cNvPr>
            <p:cNvSpPr/>
            <p:nvPr/>
          </p:nvSpPr>
          <p:spPr>
            <a:xfrm>
              <a:off x="6350000" y="1610295"/>
              <a:ext cx="1407892" cy="1043484"/>
            </a:xfrm>
            <a:custGeom>
              <a:avLst/>
              <a:gdLst>
                <a:gd name="csX0" fmla="*/ 0 w 1407892"/>
                <a:gd name="csY0" fmla="*/ 0 h 1043484"/>
                <a:gd name="csX1" fmla="*/ 1389489 w 1407892"/>
                <a:gd name="csY1" fmla="*/ 1041281 h 1043484"/>
                <a:gd name="csX2" fmla="*/ 838424 w 1407892"/>
                <a:gd name="csY2" fmla="*/ 307878 h 1043484"/>
                <a:gd name="csX3" fmla="*/ 929704 w 1407892"/>
                <a:gd name="csY3" fmla="*/ 929704 h 1043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7892" h="1043484">
                  <a:moveTo>
                    <a:pt x="0" y="0"/>
                  </a:moveTo>
                  <a:cubicBezTo>
                    <a:pt x="463163" y="347094"/>
                    <a:pt x="1249752" y="989968"/>
                    <a:pt x="1389489" y="1041281"/>
                  </a:cubicBezTo>
                  <a:cubicBezTo>
                    <a:pt x="1529226" y="1092594"/>
                    <a:pt x="826971" y="229859"/>
                    <a:pt x="838424" y="307878"/>
                  </a:cubicBezTo>
                  <a:lnTo>
                    <a:pt x="929704" y="92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6125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FCD539D-63E6-D8DB-C3F1-8647433EC016}"/>
              </a:ext>
            </a:extLst>
          </p:cNvPr>
          <p:cNvGrpSpPr/>
          <p:nvPr/>
        </p:nvGrpSpPr>
        <p:grpSpPr>
          <a:xfrm>
            <a:off x="3196434" y="480926"/>
            <a:ext cx="5799132" cy="5896149"/>
            <a:chOff x="2280130" y="644351"/>
            <a:chExt cx="5799132" cy="589614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277EF7E-5F4B-4F47-050D-F10AFD35B006}"/>
                </a:ext>
              </a:extLst>
            </p:cNvPr>
            <p:cNvSpPr/>
            <p:nvPr/>
          </p:nvSpPr>
          <p:spPr>
            <a:xfrm>
              <a:off x="7429500" y="361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C2878A-3BDA-704C-7048-16832DD193F0}"/>
                </a:ext>
              </a:extLst>
            </p:cNvPr>
            <p:cNvSpPr/>
            <p:nvPr/>
          </p:nvSpPr>
          <p:spPr>
            <a:xfrm>
              <a:off x="7613650" y="380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D837A69-9330-33A6-5F39-8CC9881CC049}"/>
                </a:ext>
              </a:extLst>
            </p:cNvPr>
            <p:cNvSpPr/>
            <p:nvPr/>
          </p:nvSpPr>
          <p:spPr>
            <a:xfrm>
              <a:off x="7089204" y="488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A64372-D018-9BCD-198B-8C1E2EBF4374}"/>
                </a:ext>
              </a:extLst>
            </p:cNvPr>
            <p:cNvSpPr/>
            <p:nvPr/>
          </p:nvSpPr>
          <p:spPr>
            <a:xfrm>
              <a:off x="7273354" y="507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EF76986-2187-E7CC-357B-FFF8495C7605}"/>
                </a:ext>
              </a:extLst>
            </p:cNvPr>
            <p:cNvSpPr/>
            <p:nvPr/>
          </p:nvSpPr>
          <p:spPr>
            <a:xfrm>
              <a:off x="6159500" y="5819204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DAE544-356E-03D7-0213-5AF100B56B08}"/>
                </a:ext>
              </a:extLst>
            </p:cNvPr>
            <p:cNvSpPr/>
            <p:nvPr/>
          </p:nvSpPr>
          <p:spPr>
            <a:xfrm>
              <a:off x="6343650" y="6003354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97AE2FD-9D94-FF3B-1EBF-94587F3CF82E}"/>
                </a:ext>
              </a:extLst>
            </p:cNvPr>
            <p:cNvSpPr/>
            <p:nvPr/>
          </p:nvSpPr>
          <p:spPr>
            <a:xfrm>
              <a:off x="4889500" y="615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4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10442C7-084E-6F0A-B66D-A8289D827FBB}"/>
                </a:ext>
              </a:extLst>
            </p:cNvPr>
            <p:cNvSpPr/>
            <p:nvPr/>
          </p:nvSpPr>
          <p:spPr>
            <a:xfrm>
              <a:off x="5073650" y="634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A16A8E-33F2-1F0C-B0F7-3FF6C9B69494}"/>
                </a:ext>
              </a:extLst>
            </p:cNvPr>
            <p:cNvSpPr/>
            <p:nvPr/>
          </p:nvSpPr>
          <p:spPr>
            <a:xfrm>
              <a:off x="3619500" y="5819204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5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37A2A7-D16D-25BA-A485-3D6071F77FC0}"/>
                </a:ext>
              </a:extLst>
            </p:cNvPr>
            <p:cNvSpPr/>
            <p:nvPr/>
          </p:nvSpPr>
          <p:spPr>
            <a:xfrm>
              <a:off x="3803650" y="6003354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EED7A9-2D99-4AFE-8E68-676C51A42D9E}"/>
                </a:ext>
              </a:extLst>
            </p:cNvPr>
            <p:cNvSpPr/>
            <p:nvPr/>
          </p:nvSpPr>
          <p:spPr>
            <a:xfrm>
              <a:off x="2689796" y="488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6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FBAF80-F65D-B8B4-73D1-073122AE3F13}"/>
                </a:ext>
              </a:extLst>
            </p:cNvPr>
            <p:cNvSpPr/>
            <p:nvPr/>
          </p:nvSpPr>
          <p:spPr>
            <a:xfrm>
              <a:off x="2873946" y="507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59651B0-D0C3-CCF7-B83B-2314E7CEE1B9}"/>
                </a:ext>
              </a:extLst>
            </p:cNvPr>
            <p:cNvSpPr/>
            <p:nvPr/>
          </p:nvSpPr>
          <p:spPr>
            <a:xfrm>
              <a:off x="2349500" y="361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7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8CAB7F-50D2-AFEA-F911-60BA721F456F}"/>
                </a:ext>
              </a:extLst>
            </p:cNvPr>
            <p:cNvSpPr/>
            <p:nvPr/>
          </p:nvSpPr>
          <p:spPr>
            <a:xfrm>
              <a:off x="2533650" y="380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D336CDF-377A-A8A4-F919-B6207DA73B16}"/>
                </a:ext>
              </a:extLst>
            </p:cNvPr>
            <p:cNvSpPr/>
            <p:nvPr/>
          </p:nvSpPr>
          <p:spPr>
            <a:xfrm>
              <a:off x="2689796" y="234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8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A14D28-0090-D1A3-5BA6-542FB2181874}"/>
                </a:ext>
              </a:extLst>
            </p:cNvPr>
            <p:cNvSpPr/>
            <p:nvPr/>
          </p:nvSpPr>
          <p:spPr>
            <a:xfrm>
              <a:off x="2873946" y="253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7DDFF36-EC45-B511-1DB6-A62B3F155D19}"/>
                </a:ext>
              </a:extLst>
            </p:cNvPr>
            <p:cNvSpPr/>
            <p:nvPr/>
          </p:nvSpPr>
          <p:spPr>
            <a:xfrm>
              <a:off x="3619500" y="1419796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9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9F40A6E-6673-722B-3B41-040D27BA6970}"/>
                </a:ext>
              </a:extLst>
            </p:cNvPr>
            <p:cNvSpPr/>
            <p:nvPr/>
          </p:nvSpPr>
          <p:spPr>
            <a:xfrm>
              <a:off x="3803650" y="1603946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A18955A-5E41-5571-B71E-9EEB1B0B6ED0}"/>
                </a:ext>
              </a:extLst>
            </p:cNvPr>
            <p:cNvSpPr/>
            <p:nvPr/>
          </p:nvSpPr>
          <p:spPr>
            <a:xfrm>
              <a:off x="4889500" y="107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25E0955-0AD5-F8A7-EF7D-0579431D75E7}"/>
                </a:ext>
              </a:extLst>
            </p:cNvPr>
            <p:cNvSpPr/>
            <p:nvPr/>
          </p:nvSpPr>
          <p:spPr>
            <a:xfrm>
              <a:off x="5073650" y="126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99CAA9C-D68F-2CDD-B9B7-4CA8533E42E1}"/>
                </a:ext>
              </a:extLst>
            </p:cNvPr>
            <p:cNvSpPr/>
            <p:nvPr/>
          </p:nvSpPr>
          <p:spPr>
            <a:xfrm>
              <a:off x="6159500" y="1419796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E46C1DA-79DC-10C2-FA6C-1E5E41284469}"/>
                </a:ext>
              </a:extLst>
            </p:cNvPr>
            <p:cNvSpPr/>
            <p:nvPr/>
          </p:nvSpPr>
          <p:spPr>
            <a:xfrm>
              <a:off x="6343650" y="1603946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1A900C1-AF45-A413-2F3B-4CF0212CF1C5}"/>
                </a:ext>
              </a:extLst>
            </p:cNvPr>
            <p:cNvSpPr/>
            <p:nvPr/>
          </p:nvSpPr>
          <p:spPr>
            <a:xfrm>
              <a:off x="7089204" y="234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621517-BAB0-F70A-1C74-3C692FFA5331}"/>
                </a:ext>
              </a:extLst>
            </p:cNvPr>
            <p:cNvSpPr/>
            <p:nvPr/>
          </p:nvSpPr>
          <p:spPr>
            <a:xfrm>
              <a:off x="7273354" y="253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4068391-037C-A8CF-2245-B58940A9679D}"/>
                </a:ext>
              </a:extLst>
            </p:cNvPr>
            <p:cNvSpPr/>
            <p:nvPr/>
          </p:nvSpPr>
          <p:spPr>
            <a:xfrm>
              <a:off x="7279704" y="3810000"/>
              <a:ext cx="561763" cy="1270000"/>
            </a:xfrm>
            <a:custGeom>
              <a:avLst/>
              <a:gdLst>
                <a:gd name="csX0" fmla="*/ 340296 w 561763"/>
                <a:gd name="csY0" fmla="*/ 0 h 1270000"/>
                <a:gd name="csX1" fmla="*/ 561716 w 561763"/>
                <a:gd name="csY1" fmla="*/ 698673 h 1270000"/>
                <a:gd name="csX2" fmla="*/ 321630 w 561763"/>
                <a:gd name="csY2" fmla="*/ 234116 h 1270000"/>
                <a:gd name="csX3" fmla="*/ 0 w 561763"/>
                <a:gd name="csY3" fmla="*/ 127000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61763" h="1270000">
                  <a:moveTo>
                    <a:pt x="340296" y="0"/>
                  </a:moveTo>
                  <a:cubicBezTo>
                    <a:pt x="414103" y="232891"/>
                    <a:pt x="564827" y="659654"/>
                    <a:pt x="561716" y="698673"/>
                  </a:cubicBezTo>
                  <a:cubicBezTo>
                    <a:pt x="558605" y="737692"/>
                    <a:pt x="361226" y="106587"/>
                    <a:pt x="321630" y="234116"/>
                  </a:cubicBezTo>
                  <a:lnTo>
                    <a:pt x="0" y="127000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5E8CB2C-F9C4-EAEC-3DB4-66FB3CED2DDC}"/>
                </a:ext>
              </a:extLst>
            </p:cNvPr>
            <p:cNvSpPr/>
            <p:nvPr/>
          </p:nvSpPr>
          <p:spPr>
            <a:xfrm>
              <a:off x="6054974" y="3810000"/>
              <a:ext cx="1565025" cy="2199704"/>
            </a:xfrm>
            <a:custGeom>
              <a:avLst/>
              <a:gdLst>
                <a:gd name="csX0" fmla="*/ 1565025 w 1565025"/>
                <a:gd name="csY0" fmla="*/ 0 h 2199704"/>
                <a:gd name="csX1" fmla="*/ 552736 w 1565025"/>
                <a:gd name="csY1" fmla="*/ 1623232 h 2199704"/>
                <a:gd name="csX2" fmla="*/ 4229 w 1565025"/>
                <a:gd name="csY2" fmla="*/ 1596530 h 2199704"/>
                <a:gd name="csX3" fmla="*/ 295025 w 1565025"/>
                <a:gd name="csY3" fmla="*/ 2199704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5025" h="2199704">
                  <a:moveTo>
                    <a:pt x="1565025" y="0"/>
                  </a:moveTo>
                  <a:cubicBezTo>
                    <a:pt x="1227595" y="541077"/>
                    <a:pt x="812869" y="1357144"/>
                    <a:pt x="552736" y="1623232"/>
                  </a:cubicBezTo>
                  <a:cubicBezTo>
                    <a:pt x="292603" y="1889320"/>
                    <a:pt x="-41475" y="1501729"/>
                    <a:pt x="4229" y="1596530"/>
                  </a:cubicBezTo>
                  <a:lnTo>
                    <a:pt x="295025" y="219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1F0FF7-E461-E4B1-A2C0-02222E6A5FA6}"/>
                </a:ext>
              </a:extLst>
            </p:cNvPr>
            <p:cNvSpPr/>
            <p:nvPr/>
          </p:nvSpPr>
          <p:spPr>
            <a:xfrm>
              <a:off x="5080000" y="3810000"/>
              <a:ext cx="2540000" cy="2540000"/>
            </a:xfrm>
            <a:custGeom>
              <a:avLst/>
              <a:gdLst>
                <a:gd name="csX0" fmla="*/ 2540000 w 2540000"/>
                <a:gd name="csY0" fmla="*/ 0 h 2540000"/>
                <a:gd name="csX1" fmla="*/ 1869104 w 2540000"/>
                <a:gd name="csY1" fmla="*/ 1668217 h 2540000"/>
                <a:gd name="csX2" fmla="*/ 403897 w 2540000"/>
                <a:gd name="csY2" fmla="*/ 1106232 h 2540000"/>
                <a:gd name="csX3" fmla="*/ 0 w 2540000"/>
                <a:gd name="csY3" fmla="*/ 254000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2540000">
                  <a:moveTo>
                    <a:pt x="2540000" y="0"/>
                  </a:moveTo>
                  <a:cubicBezTo>
                    <a:pt x="2316368" y="556072"/>
                    <a:pt x="2225121" y="1483845"/>
                    <a:pt x="1869104" y="1668217"/>
                  </a:cubicBezTo>
                  <a:cubicBezTo>
                    <a:pt x="1513087" y="1852589"/>
                    <a:pt x="497100" y="775374"/>
                    <a:pt x="403897" y="1106232"/>
                  </a:cubicBezTo>
                  <a:lnTo>
                    <a:pt x="0" y="254000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DC3C2D7-D44A-21A5-9012-B4E1EF387B3A}"/>
                </a:ext>
              </a:extLst>
            </p:cNvPr>
            <p:cNvSpPr/>
            <p:nvPr/>
          </p:nvSpPr>
          <p:spPr>
            <a:xfrm>
              <a:off x="3810000" y="3810000"/>
              <a:ext cx="3810000" cy="2199704"/>
            </a:xfrm>
            <a:custGeom>
              <a:avLst/>
              <a:gdLst>
                <a:gd name="csX0" fmla="*/ 3810000 w 3810000"/>
                <a:gd name="csY0" fmla="*/ 0 h 2199704"/>
                <a:gd name="csX1" fmla="*/ 2595790 w 3810000"/>
                <a:gd name="csY1" fmla="*/ 1653217 h 2199704"/>
                <a:gd name="csX2" fmla="*/ 1664086 w 3810000"/>
                <a:gd name="csY2" fmla="*/ 1979873 h 2199704"/>
                <a:gd name="csX3" fmla="*/ 0 w 3810000"/>
                <a:gd name="csY3" fmla="*/ 2199704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00" h="2199704">
                  <a:moveTo>
                    <a:pt x="3810000" y="0"/>
                  </a:moveTo>
                  <a:cubicBezTo>
                    <a:pt x="3405263" y="551072"/>
                    <a:pt x="2953442" y="1323238"/>
                    <a:pt x="2595790" y="1653217"/>
                  </a:cubicBezTo>
                  <a:cubicBezTo>
                    <a:pt x="2238138" y="1983196"/>
                    <a:pt x="2102394" y="1921971"/>
                    <a:pt x="1664086" y="1979873"/>
                  </a:cubicBezTo>
                  <a:lnTo>
                    <a:pt x="0" y="219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C8AA09B-5DCF-F6A1-AECD-563F042412D1}"/>
                </a:ext>
              </a:extLst>
            </p:cNvPr>
            <p:cNvSpPr/>
            <p:nvPr/>
          </p:nvSpPr>
          <p:spPr>
            <a:xfrm>
              <a:off x="2880296" y="3587782"/>
              <a:ext cx="4739704" cy="1492217"/>
            </a:xfrm>
            <a:custGeom>
              <a:avLst/>
              <a:gdLst>
                <a:gd name="csX0" fmla="*/ 4739704 w 4739704"/>
                <a:gd name="csY0" fmla="*/ 222217 h 1492217"/>
                <a:gd name="csX1" fmla="*/ 3077456 w 4739704"/>
                <a:gd name="csY1" fmla="*/ 11848 h 1492217"/>
                <a:gd name="csX2" fmla="*/ 3226258 w 4739704"/>
                <a:gd name="csY2" fmla="*/ 598173 h 1492217"/>
                <a:gd name="csX3" fmla="*/ 0 w 4739704"/>
                <a:gd name="csY3" fmla="*/ 1492217 h 14922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39704" h="1492217">
                  <a:moveTo>
                    <a:pt x="4739704" y="222217"/>
                  </a:moveTo>
                  <a:cubicBezTo>
                    <a:pt x="4185621" y="152094"/>
                    <a:pt x="3329697" y="-50811"/>
                    <a:pt x="3077456" y="11848"/>
                  </a:cubicBezTo>
                  <a:cubicBezTo>
                    <a:pt x="2825215" y="74507"/>
                    <a:pt x="3774754" y="446176"/>
                    <a:pt x="3226258" y="598173"/>
                  </a:cubicBezTo>
                  <a:lnTo>
                    <a:pt x="0" y="1492217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D777652-01C5-2231-1310-6086CCEEED10}"/>
                </a:ext>
              </a:extLst>
            </p:cNvPr>
            <p:cNvSpPr/>
            <p:nvPr/>
          </p:nvSpPr>
          <p:spPr>
            <a:xfrm>
              <a:off x="2540000" y="3810000"/>
              <a:ext cx="5080000" cy="510766"/>
            </a:xfrm>
            <a:custGeom>
              <a:avLst/>
              <a:gdLst>
                <a:gd name="csX0" fmla="*/ 5080000 w 5080000"/>
                <a:gd name="csY0" fmla="*/ 0 h 510766"/>
                <a:gd name="csX1" fmla="*/ 2587374 w 5080000"/>
                <a:gd name="csY1" fmla="*/ 508848 h 510766"/>
                <a:gd name="csX2" fmla="*/ 1689426 w 5080000"/>
                <a:gd name="csY2" fmla="*/ 176133 h 510766"/>
                <a:gd name="csX3" fmla="*/ 0 w 5080000"/>
                <a:gd name="csY3" fmla="*/ 0 h 510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80000" h="510766">
                  <a:moveTo>
                    <a:pt x="5080000" y="0"/>
                  </a:moveTo>
                  <a:cubicBezTo>
                    <a:pt x="4249125" y="169616"/>
                    <a:pt x="3152470" y="479493"/>
                    <a:pt x="2587374" y="508848"/>
                  </a:cubicBezTo>
                  <a:cubicBezTo>
                    <a:pt x="2022278" y="538203"/>
                    <a:pt x="2126546" y="221705"/>
                    <a:pt x="1689426" y="176133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795DAB9-4B20-5733-20A2-79A3318EB00C}"/>
                </a:ext>
              </a:extLst>
            </p:cNvPr>
            <p:cNvSpPr/>
            <p:nvPr/>
          </p:nvSpPr>
          <p:spPr>
            <a:xfrm>
              <a:off x="2880296" y="2540000"/>
              <a:ext cx="4739704" cy="1270000"/>
            </a:xfrm>
            <a:custGeom>
              <a:avLst/>
              <a:gdLst>
                <a:gd name="csX0" fmla="*/ 4739704 w 4739704"/>
                <a:gd name="csY0" fmla="*/ 1270000 h 1270000"/>
                <a:gd name="csX1" fmla="*/ 2310226 w 4739704"/>
                <a:gd name="csY1" fmla="*/ 250505 h 1270000"/>
                <a:gd name="csX2" fmla="*/ 2603589 w 4739704"/>
                <a:gd name="csY2" fmla="*/ 916599 h 1270000"/>
                <a:gd name="csX3" fmla="*/ 0 w 4739704"/>
                <a:gd name="csY3" fmla="*/ 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39704" h="1270000">
                  <a:moveTo>
                    <a:pt x="4739704" y="1270000"/>
                  </a:moveTo>
                  <a:cubicBezTo>
                    <a:pt x="3929878" y="930168"/>
                    <a:pt x="2666245" y="309405"/>
                    <a:pt x="2310226" y="250505"/>
                  </a:cubicBezTo>
                  <a:cubicBezTo>
                    <a:pt x="1954207" y="191605"/>
                    <a:pt x="2968906" y="1045210"/>
                    <a:pt x="2603589" y="91659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2A3E0BE-B659-622A-3577-1A3632386264}"/>
                </a:ext>
              </a:extLst>
            </p:cNvPr>
            <p:cNvSpPr/>
            <p:nvPr/>
          </p:nvSpPr>
          <p:spPr>
            <a:xfrm>
              <a:off x="3810000" y="1610296"/>
              <a:ext cx="3810000" cy="2199704"/>
            </a:xfrm>
            <a:custGeom>
              <a:avLst/>
              <a:gdLst>
                <a:gd name="csX0" fmla="*/ 3810000 w 3810000"/>
                <a:gd name="csY0" fmla="*/ 2199704 h 2199704"/>
                <a:gd name="csX1" fmla="*/ 1455026 w 3810000"/>
                <a:gd name="csY1" fmla="*/ 679499 h 2199704"/>
                <a:gd name="csX2" fmla="*/ 2533272 w 3810000"/>
                <a:gd name="csY2" fmla="*/ 1718219 h 2199704"/>
                <a:gd name="csX3" fmla="*/ 0 w 381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00" h="2199704">
                  <a:moveTo>
                    <a:pt x="3810000" y="2199704"/>
                  </a:moveTo>
                  <a:cubicBezTo>
                    <a:pt x="3025009" y="1692969"/>
                    <a:pt x="1667814" y="759747"/>
                    <a:pt x="1455026" y="679499"/>
                  </a:cubicBezTo>
                  <a:cubicBezTo>
                    <a:pt x="1242238" y="599251"/>
                    <a:pt x="2754774" y="1868455"/>
                    <a:pt x="2533272" y="171821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BA8352-5318-1C71-36B5-03F18B4E4F2E}"/>
                </a:ext>
              </a:extLst>
            </p:cNvPr>
            <p:cNvSpPr/>
            <p:nvPr/>
          </p:nvSpPr>
          <p:spPr>
            <a:xfrm>
              <a:off x="5080000" y="1270000"/>
              <a:ext cx="2540000" cy="2540000"/>
            </a:xfrm>
            <a:custGeom>
              <a:avLst/>
              <a:gdLst>
                <a:gd name="csX0" fmla="*/ 2540000 w 2540000"/>
                <a:gd name="csY0" fmla="*/ 2540000 h 2540000"/>
                <a:gd name="csX1" fmla="*/ 1439856 w 2540000"/>
                <a:gd name="csY1" fmla="*/ 2196007 h 2540000"/>
                <a:gd name="csX2" fmla="*/ 2052887 w 2540000"/>
                <a:gd name="csY2" fmla="*/ 749680 h 2540000"/>
                <a:gd name="csX3" fmla="*/ 0 w 2540000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2540000">
                  <a:moveTo>
                    <a:pt x="2540000" y="2540000"/>
                  </a:moveTo>
                  <a:cubicBezTo>
                    <a:pt x="2173285" y="2425336"/>
                    <a:pt x="1521041" y="2494394"/>
                    <a:pt x="1439856" y="2196007"/>
                  </a:cubicBezTo>
                  <a:cubicBezTo>
                    <a:pt x="1358671" y="1897620"/>
                    <a:pt x="2463991" y="899808"/>
                    <a:pt x="2052887" y="74968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4550868-E228-40B5-E3E7-C8992B700ADC}"/>
                </a:ext>
              </a:extLst>
            </p:cNvPr>
            <p:cNvSpPr/>
            <p:nvPr/>
          </p:nvSpPr>
          <p:spPr>
            <a:xfrm>
              <a:off x="6350000" y="1610296"/>
              <a:ext cx="1270000" cy="2199704"/>
            </a:xfrm>
            <a:custGeom>
              <a:avLst/>
              <a:gdLst>
                <a:gd name="csX0" fmla="*/ 1270000 w 1270000"/>
                <a:gd name="csY0" fmla="*/ 2199704 h 2199704"/>
                <a:gd name="csX1" fmla="*/ 1006695 w 1270000"/>
                <a:gd name="csY1" fmla="*/ 2014258 h 2199704"/>
                <a:gd name="csX2" fmla="*/ 147189 w 1270000"/>
                <a:gd name="csY2" fmla="*/ 1164380 h 2199704"/>
                <a:gd name="csX3" fmla="*/ 0 w 127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0000" h="2199704">
                  <a:moveTo>
                    <a:pt x="1270000" y="2199704"/>
                  </a:moveTo>
                  <a:cubicBezTo>
                    <a:pt x="1182232" y="2137889"/>
                    <a:pt x="1193830" y="2186812"/>
                    <a:pt x="1006695" y="2014258"/>
                  </a:cubicBezTo>
                  <a:cubicBezTo>
                    <a:pt x="819560" y="1841704"/>
                    <a:pt x="194256" y="1536719"/>
                    <a:pt x="147189" y="116438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D76FE52-E44A-0570-3F91-45A6E0FDB5AD}"/>
                </a:ext>
              </a:extLst>
            </p:cNvPr>
            <p:cNvSpPr/>
            <p:nvPr/>
          </p:nvSpPr>
          <p:spPr>
            <a:xfrm>
              <a:off x="6699124" y="2244566"/>
              <a:ext cx="1116940" cy="1958914"/>
            </a:xfrm>
            <a:custGeom>
              <a:avLst/>
              <a:gdLst>
                <a:gd name="csX0" fmla="*/ 920876 w 1116940"/>
                <a:gd name="csY0" fmla="*/ 1565433 h 1958914"/>
                <a:gd name="csX1" fmla="*/ 862 w 1116940"/>
                <a:gd name="csY1" fmla="*/ 1881818 h 1958914"/>
                <a:gd name="csX2" fmla="*/ 1086343 w 1116940"/>
                <a:gd name="csY2" fmla="*/ 7849 h 1958914"/>
                <a:gd name="csX3" fmla="*/ 580580 w 1116940"/>
                <a:gd name="csY3" fmla="*/ 295433 h 1958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16940" h="1958914">
                  <a:moveTo>
                    <a:pt x="920876" y="1565433"/>
                  </a:moveTo>
                  <a:cubicBezTo>
                    <a:pt x="614205" y="1670895"/>
                    <a:pt x="-26716" y="2141415"/>
                    <a:pt x="862" y="1881818"/>
                  </a:cubicBezTo>
                  <a:cubicBezTo>
                    <a:pt x="28440" y="1622221"/>
                    <a:pt x="1331049" y="-131294"/>
                    <a:pt x="1086343" y="7849"/>
                  </a:cubicBezTo>
                  <a:lnTo>
                    <a:pt x="580580" y="295433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A7F7072-0D6D-5607-FC10-F0B0694D1712}"/>
                </a:ext>
              </a:extLst>
            </p:cNvPr>
            <p:cNvSpPr/>
            <p:nvPr/>
          </p:nvSpPr>
          <p:spPr>
            <a:xfrm>
              <a:off x="6026054" y="4737859"/>
              <a:ext cx="1253650" cy="1379821"/>
            </a:xfrm>
            <a:custGeom>
              <a:avLst/>
              <a:gdLst>
                <a:gd name="csX0" fmla="*/ 1253650 w 1253650"/>
                <a:gd name="csY0" fmla="*/ 342141 h 1379821"/>
                <a:gd name="csX1" fmla="*/ 932023 w 1253650"/>
                <a:gd name="csY1" fmla="*/ 45092 h 1379821"/>
                <a:gd name="csX2" fmla="*/ 32556 w 1253650"/>
                <a:gd name="csY2" fmla="*/ 1376368 h 1379821"/>
                <a:gd name="csX3" fmla="*/ 323946 w 1253650"/>
                <a:gd name="csY3" fmla="*/ 1271845 h 1379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3650" h="1379821">
                  <a:moveTo>
                    <a:pt x="1253650" y="342141"/>
                  </a:moveTo>
                  <a:cubicBezTo>
                    <a:pt x="1146441" y="243125"/>
                    <a:pt x="1135539" y="-127279"/>
                    <a:pt x="932023" y="45092"/>
                  </a:cubicBezTo>
                  <a:cubicBezTo>
                    <a:pt x="728507" y="217463"/>
                    <a:pt x="-182241" y="1453417"/>
                    <a:pt x="32556" y="1376368"/>
                  </a:cubicBezTo>
                  <a:lnTo>
                    <a:pt x="323946" y="1271845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705C687-F352-3630-D826-1A4D56209967}"/>
                </a:ext>
              </a:extLst>
            </p:cNvPr>
            <p:cNvSpPr/>
            <p:nvPr/>
          </p:nvSpPr>
          <p:spPr>
            <a:xfrm>
              <a:off x="5080000" y="4836564"/>
              <a:ext cx="2199704" cy="1513435"/>
            </a:xfrm>
            <a:custGeom>
              <a:avLst/>
              <a:gdLst>
                <a:gd name="csX0" fmla="*/ 2199704 w 2199704"/>
                <a:gd name="csY0" fmla="*/ 243435 h 1513435"/>
                <a:gd name="csX1" fmla="*/ 689287 w 2199704"/>
                <a:gd name="csY1" fmla="*/ 12897 h 1513435"/>
                <a:gd name="csX2" fmla="*/ 710799 w 2199704"/>
                <a:gd name="csY2" fmla="*/ 653665 h 1513435"/>
                <a:gd name="csX3" fmla="*/ 0 w 2199704"/>
                <a:gd name="csY3" fmla="*/ 1513435 h 1513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1513435">
                  <a:moveTo>
                    <a:pt x="2199704" y="243435"/>
                  </a:moveTo>
                  <a:cubicBezTo>
                    <a:pt x="1696232" y="166589"/>
                    <a:pt x="937438" y="-55475"/>
                    <a:pt x="689287" y="12897"/>
                  </a:cubicBezTo>
                  <a:cubicBezTo>
                    <a:pt x="441136" y="81269"/>
                    <a:pt x="886159" y="441553"/>
                    <a:pt x="710799" y="653665"/>
                  </a:cubicBezTo>
                  <a:lnTo>
                    <a:pt x="0" y="1513435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44A3A3D-1826-A977-910D-5258C7991CDD}"/>
                </a:ext>
              </a:extLst>
            </p:cNvPr>
            <p:cNvSpPr/>
            <p:nvPr/>
          </p:nvSpPr>
          <p:spPr>
            <a:xfrm>
              <a:off x="3810000" y="5079999"/>
              <a:ext cx="3469704" cy="1320739"/>
            </a:xfrm>
            <a:custGeom>
              <a:avLst/>
              <a:gdLst>
                <a:gd name="csX0" fmla="*/ 3469704 w 3469704"/>
                <a:gd name="csY0" fmla="*/ 0 h 1320739"/>
                <a:gd name="csX1" fmla="*/ 1355701 w 3469704"/>
                <a:gd name="csY1" fmla="*/ 1319380 h 1320739"/>
                <a:gd name="csX2" fmla="*/ 2648927 w 3469704"/>
                <a:gd name="csY2" fmla="*/ 276970 h 1320739"/>
                <a:gd name="csX3" fmla="*/ 0 w 3469704"/>
                <a:gd name="csY3" fmla="*/ 929704 h 13207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1320739">
                  <a:moveTo>
                    <a:pt x="3469704" y="0"/>
                  </a:moveTo>
                  <a:cubicBezTo>
                    <a:pt x="2765036" y="439793"/>
                    <a:pt x="1492497" y="1273218"/>
                    <a:pt x="1355701" y="1319380"/>
                  </a:cubicBezTo>
                  <a:cubicBezTo>
                    <a:pt x="1218905" y="1365542"/>
                    <a:pt x="2877197" y="220721"/>
                    <a:pt x="2648927" y="276970"/>
                  </a:cubicBezTo>
                  <a:lnTo>
                    <a:pt x="0" y="92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11FD4D4-4BAF-C36B-6890-E33403F04CA0}"/>
                </a:ext>
              </a:extLst>
            </p:cNvPr>
            <p:cNvSpPr/>
            <p:nvPr/>
          </p:nvSpPr>
          <p:spPr>
            <a:xfrm>
              <a:off x="2880296" y="4429970"/>
              <a:ext cx="4399408" cy="931663"/>
            </a:xfrm>
            <a:custGeom>
              <a:avLst/>
              <a:gdLst>
                <a:gd name="csX0" fmla="*/ 4399408 w 4399408"/>
                <a:gd name="csY0" fmla="*/ 650029 h 931663"/>
                <a:gd name="csX1" fmla="*/ 1777327 w 4399408"/>
                <a:gd name="csY1" fmla="*/ 3170 h 931663"/>
                <a:gd name="csX2" fmla="*/ 1557379 w 4399408"/>
                <a:gd name="csY2" fmla="*/ 929277 h 931663"/>
                <a:gd name="csX3" fmla="*/ 0 w 4399408"/>
                <a:gd name="csY3" fmla="*/ 650029 h 931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9408" h="931663">
                  <a:moveTo>
                    <a:pt x="4399408" y="650029"/>
                  </a:moveTo>
                  <a:cubicBezTo>
                    <a:pt x="3525381" y="434409"/>
                    <a:pt x="2250998" y="-43371"/>
                    <a:pt x="1777327" y="3170"/>
                  </a:cubicBezTo>
                  <a:cubicBezTo>
                    <a:pt x="1303656" y="49711"/>
                    <a:pt x="1867660" y="984913"/>
                    <a:pt x="1557379" y="929277"/>
                  </a:cubicBezTo>
                  <a:lnTo>
                    <a:pt x="0" y="650029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770B7BF-6764-BC85-9830-A602726A5319}"/>
                </a:ext>
              </a:extLst>
            </p:cNvPr>
            <p:cNvSpPr/>
            <p:nvPr/>
          </p:nvSpPr>
          <p:spPr>
            <a:xfrm>
              <a:off x="2540000" y="3810000"/>
              <a:ext cx="4739704" cy="1270000"/>
            </a:xfrm>
            <a:custGeom>
              <a:avLst/>
              <a:gdLst>
                <a:gd name="csX0" fmla="*/ 4739704 w 4739704"/>
                <a:gd name="csY0" fmla="*/ 1270000 h 1270000"/>
                <a:gd name="csX1" fmla="*/ 2198541 w 4739704"/>
                <a:gd name="csY1" fmla="*/ 468821 h 1270000"/>
                <a:gd name="csX2" fmla="*/ 2775103 w 4739704"/>
                <a:gd name="csY2" fmla="*/ 303923 h 1270000"/>
                <a:gd name="csX3" fmla="*/ 0 w 4739704"/>
                <a:gd name="csY3" fmla="*/ 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39704" h="1270000">
                  <a:moveTo>
                    <a:pt x="4739704" y="1270000"/>
                  </a:moveTo>
                  <a:cubicBezTo>
                    <a:pt x="3892650" y="1002940"/>
                    <a:pt x="2525974" y="629834"/>
                    <a:pt x="2198541" y="468821"/>
                  </a:cubicBezTo>
                  <a:cubicBezTo>
                    <a:pt x="1871108" y="307808"/>
                    <a:pt x="3147538" y="344711"/>
                    <a:pt x="2775103" y="303923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8E74B2B-DF8D-326E-1927-CB6871D5FA8F}"/>
                </a:ext>
              </a:extLst>
            </p:cNvPr>
            <p:cNvSpPr/>
            <p:nvPr/>
          </p:nvSpPr>
          <p:spPr>
            <a:xfrm>
              <a:off x="2880296" y="2540000"/>
              <a:ext cx="4399408" cy="2540000"/>
            </a:xfrm>
            <a:custGeom>
              <a:avLst/>
              <a:gdLst>
                <a:gd name="csX0" fmla="*/ 4399408 w 4399408"/>
                <a:gd name="csY0" fmla="*/ 2540000 h 2540000"/>
                <a:gd name="csX1" fmla="*/ 2453410 w 4399408"/>
                <a:gd name="csY1" fmla="*/ 712904 h 2540000"/>
                <a:gd name="csX2" fmla="*/ 1601560 w 4399408"/>
                <a:gd name="csY2" fmla="*/ 1428799 h 2540000"/>
                <a:gd name="csX3" fmla="*/ 0 w 4399408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9408" h="2540000">
                  <a:moveTo>
                    <a:pt x="4399408" y="2540000"/>
                  </a:moveTo>
                  <a:cubicBezTo>
                    <a:pt x="3750742" y="1930968"/>
                    <a:pt x="2919718" y="898104"/>
                    <a:pt x="2453410" y="712904"/>
                  </a:cubicBezTo>
                  <a:cubicBezTo>
                    <a:pt x="1987102" y="527704"/>
                    <a:pt x="1919306" y="1712270"/>
                    <a:pt x="1601560" y="142879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6A6CFA5-5529-BA71-CE23-25651B931AF5}"/>
                </a:ext>
              </a:extLst>
            </p:cNvPr>
            <p:cNvSpPr/>
            <p:nvPr/>
          </p:nvSpPr>
          <p:spPr>
            <a:xfrm>
              <a:off x="3810000" y="1610296"/>
              <a:ext cx="3469704" cy="3469704"/>
            </a:xfrm>
            <a:custGeom>
              <a:avLst/>
              <a:gdLst>
                <a:gd name="csX0" fmla="*/ 3469704 w 3469704"/>
                <a:gd name="csY0" fmla="*/ 3469704 h 3469704"/>
                <a:gd name="csX1" fmla="*/ 936113 w 3469704"/>
                <a:gd name="csY1" fmla="*/ 1654788 h 3469704"/>
                <a:gd name="csX2" fmla="*/ 2507767 w 3469704"/>
                <a:gd name="csY2" fmla="*/ 1280259 h 3469704"/>
                <a:gd name="csX3" fmla="*/ 0 w 346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3469704">
                  <a:moveTo>
                    <a:pt x="3469704" y="3469704"/>
                  </a:moveTo>
                  <a:cubicBezTo>
                    <a:pt x="2625174" y="2864732"/>
                    <a:pt x="1096436" y="2019696"/>
                    <a:pt x="936113" y="1654788"/>
                  </a:cubicBezTo>
                  <a:cubicBezTo>
                    <a:pt x="775790" y="1289881"/>
                    <a:pt x="2789987" y="1424337"/>
                    <a:pt x="2507767" y="128025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AC15CFD-9531-1B0A-C94C-EBAB75F0A862}"/>
                </a:ext>
              </a:extLst>
            </p:cNvPr>
            <p:cNvSpPr/>
            <p:nvPr/>
          </p:nvSpPr>
          <p:spPr>
            <a:xfrm>
              <a:off x="5080000" y="1270000"/>
              <a:ext cx="2199704" cy="3810000"/>
            </a:xfrm>
            <a:custGeom>
              <a:avLst/>
              <a:gdLst>
                <a:gd name="csX0" fmla="*/ 2199704 w 2199704"/>
                <a:gd name="csY0" fmla="*/ 3810000 h 3810000"/>
                <a:gd name="csX1" fmla="*/ 1643181 w 2199704"/>
                <a:gd name="csY1" fmla="*/ 1674309 h 3810000"/>
                <a:gd name="csX2" fmla="*/ 699164 w 2199704"/>
                <a:gd name="csY2" fmla="*/ 2703913 h 3810000"/>
                <a:gd name="csX3" fmla="*/ 0 w 2199704"/>
                <a:gd name="csY3" fmla="*/ 0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3810000">
                  <a:moveTo>
                    <a:pt x="2199704" y="3810000"/>
                  </a:moveTo>
                  <a:cubicBezTo>
                    <a:pt x="2014196" y="3098103"/>
                    <a:pt x="1893271" y="1858657"/>
                    <a:pt x="1643181" y="1674309"/>
                  </a:cubicBezTo>
                  <a:cubicBezTo>
                    <a:pt x="1393091" y="1489961"/>
                    <a:pt x="797044" y="3082449"/>
                    <a:pt x="699164" y="2703913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E7C1CBB-D263-1B36-03BE-828A3D6E6E70}"/>
                </a:ext>
              </a:extLst>
            </p:cNvPr>
            <p:cNvSpPr/>
            <p:nvPr/>
          </p:nvSpPr>
          <p:spPr>
            <a:xfrm>
              <a:off x="6350000" y="1610296"/>
              <a:ext cx="929704" cy="3469704"/>
            </a:xfrm>
            <a:custGeom>
              <a:avLst/>
              <a:gdLst>
                <a:gd name="csX0" fmla="*/ 929704 w 929704"/>
                <a:gd name="csY0" fmla="*/ 3469704 h 3469704"/>
                <a:gd name="csX1" fmla="*/ 715821 w 929704"/>
                <a:gd name="csY1" fmla="*/ 1978010 h 3469704"/>
                <a:gd name="csX2" fmla="*/ 328561 w 929704"/>
                <a:gd name="csY2" fmla="*/ 968992 h 3469704"/>
                <a:gd name="csX3" fmla="*/ 0 w 92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9704" h="3469704">
                  <a:moveTo>
                    <a:pt x="929704" y="3469704"/>
                  </a:moveTo>
                  <a:cubicBezTo>
                    <a:pt x="858410" y="2972473"/>
                    <a:pt x="816011" y="2394795"/>
                    <a:pt x="715821" y="1978010"/>
                  </a:cubicBezTo>
                  <a:cubicBezTo>
                    <a:pt x="615631" y="1561225"/>
                    <a:pt x="441142" y="1301016"/>
                    <a:pt x="328561" y="968992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991CB98-F585-535D-6384-EE41526783E9}"/>
                </a:ext>
              </a:extLst>
            </p:cNvPr>
            <p:cNvSpPr/>
            <p:nvPr/>
          </p:nvSpPr>
          <p:spPr>
            <a:xfrm>
              <a:off x="7279704" y="2540000"/>
              <a:ext cx="799558" cy="2540000"/>
            </a:xfrm>
            <a:custGeom>
              <a:avLst/>
              <a:gdLst>
                <a:gd name="csX0" fmla="*/ 0 w 799558"/>
                <a:gd name="csY0" fmla="*/ 2540000 h 2540000"/>
                <a:gd name="csX1" fmla="*/ 116281 w 799558"/>
                <a:gd name="csY1" fmla="*/ 1640494 h 2540000"/>
                <a:gd name="csX2" fmla="*/ 788131 w 799558"/>
                <a:gd name="csY2" fmla="*/ 1907827 h 2540000"/>
                <a:gd name="csX3" fmla="*/ 0 w 799558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9558" h="2540000">
                  <a:moveTo>
                    <a:pt x="0" y="2540000"/>
                  </a:moveTo>
                  <a:cubicBezTo>
                    <a:pt x="38760" y="2240165"/>
                    <a:pt x="-15074" y="1745856"/>
                    <a:pt x="116281" y="1640494"/>
                  </a:cubicBezTo>
                  <a:cubicBezTo>
                    <a:pt x="247636" y="1535132"/>
                    <a:pt x="892785" y="2161163"/>
                    <a:pt x="788131" y="1907827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A2D4198-C45B-CC9D-568F-509A183E90C5}"/>
                </a:ext>
              </a:extLst>
            </p:cNvPr>
            <p:cNvSpPr/>
            <p:nvPr/>
          </p:nvSpPr>
          <p:spPr>
            <a:xfrm>
              <a:off x="4805609" y="6009704"/>
              <a:ext cx="1703126" cy="340296"/>
            </a:xfrm>
            <a:custGeom>
              <a:avLst/>
              <a:gdLst>
                <a:gd name="csX0" fmla="*/ 1544391 w 1703126"/>
                <a:gd name="csY0" fmla="*/ 0 h 340296"/>
                <a:gd name="csX1" fmla="*/ 0 w 1703126"/>
                <a:gd name="csY1" fmla="*/ 252750 h 340296"/>
                <a:gd name="csX2" fmla="*/ 1702184 w 1703126"/>
                <a:gd name="csY2" fmla="*/ 37296 h 340296"/>
                <a:gd name="csX3" fmla="*/ 274391 w 1703126"/>
                <a:gd name="csY3" fmla="*/ 340296 h 3402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3126" h="340296">
                  <a:moveTo>
                    <a:pt x="1544391" y="0"/>
                  </a:moveTo>
                  <a:lnTo>
                    <a:pt x="0" y="252750"/>
                  </a:lnTo>
                  <a:cubicBezTo>
                    <a:pt x="26299" y="258966"/>
                    <a:pt x="1749142" y="27331"/>
                    <a:pt x="1702184" y="37296"/>
                  </a:cubicBezTo>
                  <a:lnTo>
                    <a:pt x="274391" y="340296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3546B6B-BAE5-9871-3574-22D7B46FCEF2}"/>
                </a:ext>
              </a:extLst>
            </p:cNvPr>
            <p:cNvSpPr/>
            <p:nvPr/>
          </p:nvSpPr>
          <p:spPr>
            <a:xfrm>
              <a:off x="3810000" y="5937376"/>
              <a:ext cx="2540000" cy="81490"/>
            </a:xfrm>
            <a:custGeom>
              <a:avLst/>
              <a:gdLst>
                <a:gd name="csX0" fmla="*/ 2540000 w 2540000"/>
                <a:gd name="csY0" fmla="*/ 72328 h 81490"/>
                <a:gd name="csX1" fmla="*/ 1608991 w 2540000"/>
                <a:gd name="csY1" fmla="*/ 77003 h 81490"/>
                <a:gd name="csX2" fmla="*/ 1296170 w 2540000"/>
                <a:gd name="csY2" fmla="*/ 1805 h 81490"/>
                <a:gd name="csX3" fmla="*/ 0 w 2540000"/>
                <a:gd name="csY3" fmla="*/ 72328 h 814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81490">
                  <a:moveTo>
                    <a:pt x="2540000" y="72328"/>
                  </a:moveTo>
                  <a:cubicBezTo>
                    <a:pt x="2229664" y="73886"/>
                    <a:pt x="1816296" y="88757"/>
                    <a:pt x="1608991" y="77003"/>
                  </a:cubicBezTo>
                  <a:cubicBezTo>
                    <a:pt x="1401686" y="65249"/>
                    <a:pt x="1563940" y="-12764"/>
                    <a:pt x="1296170" y="1805"/>
                  </a:cubicBezTo>
                  <a:lnTo>
                    <a:pt x="0" y="72328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9288580-7EF2-7ECE-3165-B69C9D19CB55}"/>
                </a:ext>
              </a:extLst>
            </p:cNvPr>
            <p:cNvSpPr/>
            <p:nvPr/>
          </p:nvSpPr>
          <p:spPr>
            <a:xfrm>
              <a:off x="2880296" y="4691820"/>
              <a:ext cx="3469704" cy="1317883"/>
            </a:xfrm>
            <a:custGeom>
              <a:avLst/>
              <a:gdLst>
                <a:gd name="csX0" fmla="*/ 3469704 w 3469704"/>
                <a:gd name="csY0" fmla="*/ 1317883 h 1317883"/>
                <a:gd name="csX1" fmla="*/ 1455718 w 3469704"/>
                <a:gd name="csY1" fmla="*/ 671740 h 1317883"/>
                <a:gd name="csX2" fmla="*/ 1296191 w 3469704"/>
                <a:gd name="csY2" fmla="*/ 6437 h 1317883"/>
                <a:gd name="csX3" fmla="*/ 0 w 3469704"/>
                <a:gd name="csY3" fmla="*/ 388179 h 1317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1317883">
                  <a:moveTo>
                    <a:pt x="3469704" y="1317883"/>
                  </a:moveTo>
                  <a:cubicBezTo>
                    <a:pt x="2798375" y="1102502"/>
                    <a:pt x="1817970" y="890314"/>
                    <a:pt x="1455718" y="671740"/>
                  </a:cubicBezTo>
                  <a:cubicBezTo>
                    <a:pt x="1093466" y="453166"/>
                    <a:pt x="1533302" y="-63394"/>
                    <a:pt x="1296191" y="6437"/>
                  </a:cubicBezTo>
                  <a:lnTo>
                    <a:pt x="0" y="388179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22BA4CE-B6C0-CFA7-04BD-2C7445A875C0}"/>
                </a:ext>
              </a:extLst>
            </p:cNvPr>
            <p:cNvSpPr/>
            <p:nvPr/>
          </p:nvSpPr>
          <p:spPr>
            <a:xfrm>
              <a:off x="2540000" y="3810000"/>
              <a:ext cx="3810000" cy="2199704"/>
            </a:xfrm>
            <a:custGeom>
              <a:avLst/>
              <a:gdLst>
                <a:gd name="csX0" fmla="*/ 3810000 w 3810000"/>
                <a:gd name="csY0" fmla="*/ 2199704 h 2199704"/>
                <a:gd name="csX1" fmla="*/ 1417025 w 3810000"/>
                <a:gd name="csY1" fmla="*/ 2012495 h 2199704"/>
                <a:gd name="csX2" fmla="*/ 1068546 w 3810000"/>
                <a:gd name="csY2" fmla="*/ 890857 h 2199704"/>
                <a:gd name="csX3" fmla="*/ 0 w 381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00" h="2199704">
                  <a:moveTo>
                    <a:pt x="3810000" y="2199704"/>
                  </a:moveTo>
                  <a:cubicBezTo>
                    <a:pt x="3012342" y="2137301"/>
                    <a:pt x="1873934" y="2230636"/>
                    <a:pt x="1417025" y="2012495"/>
                  </a:cubicBezTo>
                  <a:cubicBezTo>
                    <a:pt x="960116" y="1794354"/>
                    <a:pt x="1383628" y="1153543"/>
                    <a:pt x="1068546" y="890857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82615B2-C497-EA79-D4C4-E2410E6D247A}"/>
                </a:ext>
              </a:extLst>
            </p:cNvPr>
            <p:cNvSpPr/>
            <p:nvPr/>
          </p:nvSpPr>
          <p:spPr>
            <a:xfrm>
              <a:off x="2880296" y="2540000"/>
              <a:ext cx="3469704" cy="3469704"/>
            </a:xfrm>
            <a:custGeom>
              <a:avLst/>
              <a:gdLst>
                <a:gd name="csX0" fmla="*/ 3469704 w 3469704"/>
                <a:gd name="csY0" fmla="*/ 3469704 h 3469704"/>
                <a:gd name="csX1" fmla="*/ 1477668 w 3469704"/>
                <a:gd name="csY1" fmla="*/ 1715601 h 3469704"/>
                <a:gd name="csX2" fmla="*/ 1078890 w 3469704"/>
                <a:gd name="csY2" fmla="*/ 1686197 h 3469704"/>
                <a:gd name="csX3" fmla="*/ 0 w 346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3469704">
                  <a:moveTo>
                    <a:pt x="3469704" y="3469704"/>
                  </a:moveTo>
                  <a:cubicBezTo>
                    <a:pt x="2805692" y="2885003"/>
                    <a:pt x="1876137" y="2012852"/>
                    <a:pt x="1477668" y="1715601"/>
                  </a:cubicBezTo>
                  <a:cubicBezTo>
                    <a:pt x="1079199" y="1418350"/>
                    <a:pt x="1282278" y="2004072"/>
                    <a:pt x="1078890" y="1686197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E8CC464-C02F-E3E4-A2B2-A05B0FBAFA1D}"/>
                </a:ext>
              </a:extLst>
            </p:cNvPr>
            <p:cNvSpPr/>
            <p:nvPr/>
          </p:nvSpPr>
          <p:spPr>
            <a:xfrm>
              <a:off x="3810000" y="1610296"/>
              <a:ext cx="2540000" cy="4399408"/>
            </a:xfrm>
            <a:custGeom>
              <a:avLst/>
              <a:gdLst>
                <a:gd name="csX0" fmla="*/ 2540000 w 2540000"/>
                <a:gd name="csY0" fmla="*/ 4399408 h 4399408"/>
                <a:gd name="csX1" fmla="*/ 807595 w 2540000"/>
                <a:gd name="csY1" fmla="*/ 2444976 h 4399408"/>
                <a:gd name="csX2" fmla="*/ 1350144 w 2540000"/>
                <a:gd name="csY2" fmla="*/ 1544960 h 4399408"/>
                <a:gd name="csX3" fmla="*/ 0 w 2540000"/>
                <a:gd name="csY3" fmla="*/ 0 h 4399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4399408">
                  <a:moveTo>
                    <a:pt x="2540000" y="4399408"/>
                  </a:moveTo>
                  <a:cubicBezTo>
                    <a:pt x="1962532" y="3747931"/>
                    <a:pt x="1005904" y="2920717"/>
                    <a:pt x="807595" y="2444976"/>
                  </a:cubicBezTo>
                  <a:cubicBezTo>
                    <a:pt x="609286" y="1969235"/>
                    <a:pt x="1632540" y="1868104"/>
                    <a:pt x="1350144" y="154496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8CE0958-3F77-CEA6-AD4A-8B375ACF392C}"/>
                </a:ext>
              </a:extLst>
            </p:cNvPr>
            <p:cNvSpPr/>
            <p:nvPr/>
          </p:nvSpPr>
          <p:spPr>
            <a:xfrm>
              <a:off x="5079999" y="1270000"/>
              <a:ext cx="1496353" cy="4739704"/>
            </a:xfrm>
            <a:custGeom>
              <a:avLst/>
              <a:gdLst>
                <a:gd name="csX0" fmla="*/ 1270000 w 1496353"/>
                <a:gd name="csY0" fmla="*/ 4739704 h 4739704"/>
                <a:gd name="csX1" fmla="*/ 1470429 w 1496353"/>
                <a:gd name="csY1" fmla="*/ 2664173 h 4739704"/>
                <a:gd name="csX2" fmla="*/ 646597 w 1496353"/>
                <a:gd name="csY2" fmla="*/ 2161200 h 4739704"/>
                <a:gd name="csX3" fmla="*/ 0 w 1496353"/>
                <a:gd name="csY3" fmla="*/ 0 h 473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6353" h="4739704">
                  <a:moveTo>
                    <a:pt x="1270000" y="4739704"/>
                  </a:moveTo>
                  <a:cubicBezTo>
                    <a:pt x="1336810" y="4047860"/>
                    <a:pt x="1574330" y="3093924"/>
                    <a:pt x="1470429" y="2664173"/>
                  </a:cubicBezTo>
                  <a:cubicBezTo>
                    <a:pt x="1366528" y="2234422"/>
                    <a:pt x="791967" y="2647090"/>
                    <a:pt x="646597" y="216120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BBEB7CA-D570-A0D5-E04F-A93C5A72D30B}"/>
                </a:ext>
              </a:extLst>
            </p:cNvPr>
            <p:cNvSpPr/>
            <p:nvPr/>
          </p:nvSpPr>
          <p:spPr>
            <a:xfrm>
              <a:off x="5601868" y="1610296"/>
              <a:ext cx="748132" cy="4399408"/>
            </a:xfrm>
            <a:custGeom>
              <a:avLst/>
              <a:gdLst>
                <a:gd name="csX0" fmla="*/ 748132 w 748132"/>
                <a:gd name="csY0" fmla="*/ 4399408 h 4399408"/>
                <a:gd name="csX1" fmla="*/ 182 w 748132"/>
                <a:gd name="csY1" fmla="*/ 2740715 h 4399408"/>
                <a:gd name="csX2" fmla="*/ 671248 w 748132"/>
                <a:gd name="csY2" fmla="*/ 2682980 h 4399408"/>
                <a:gd name="csX3" fmla="*/ 748132 w 748132"/>
                <a:gd name="csY3" fmla="*/ 0 h 4399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8132" h="4399408">
                  <a:moveTo>
                    <a:pt x="748132" y="4399408"/>
                  </a:moveTo>
                  <a:cubicBezTo>
                    <a:pt x="498815" y="3846510"/>
                    <a:pt x="12996" y="3026786"/>
                    <a:pt x="182" y="2740715"/>
                  </a:cubicBezTo>
                  <a:cubicBezTo>
                    <a:pt x="-12632" y="2454644"/>
                    <a:pt x="657685" y="3156276"/>
                    <a:pt x="671248" y="2682980"/>
                  </a:cubicBezTo>
                  <a:lnTo>
                    <a:pt x="748132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03CFE81-05A9-A779-A24C-0046FEAF8776}"/>
                </a:ext>
              </a:extLst>
            </p:cNvPr>
            <p:cNvSpPr/>
            <p:nvPr/>
          </p:nvSpPr>
          <p:spPr>
            <a:xfrm>
              <a:off x="5853452" y="2540000"/>
              <a:ext cx="1426251" cy="3469704"/>
            </a:xfrm>
            <a:custGeom>
              <a:avLst/>
              <a:gdLst>
                <a:gd name="csX0" fmla="*/ 496547 w 1426251"/>
                <a:gd name="csY0" fmla="*/ 3469704 h 3469704"/>
                <a:gd name="csX1" fmla="*/ 1144459 w 1426251"/>
                <a:gd name="csY1" fmla="*/ 2368703 h 3469704"/>
                <a:gd name="csX2" fmla="*/ 44633 w 1426251"/>
                <a:gd name="csY2" fmla="*/ 1183104 h 3469704"/>
                <a:gd name="csX3" fmla="*/ 1426251 w 1426251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26251" h="3469704">
                  <a:moveTo>
                    <a:pt x="496547" y="3469704"/>
                  </a:moveTo>
                  <a:cubicBezTo>
                    <a:pt x="712518" y="3102704"/>
                    <a:pt x="1219778" y="2749803"/>
                    <a:pt x="1144459" y="2368703"/>
                  </a:cubicBezTo>
                  <a:cubicBezTo>
                    <a:pt x="1069140" y="1987603"/>
                    <a:pt x="-257346" y="1441694"/>
                    <a:pt x="44633" y="1183104"/>
                  </a:cubicBezTo>
                  <a:lnTo>
                    <a:pt x="1426251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7E7A597-54FD-8ABC-5C2E-9958848CAA46}"/>
                </a:ext>
              </a:extLst>
            </p:cNvPr>
            <p:cNvSpPr/>
            <p:nvPr/>
          </p:nvSpPr>
          <p:spPr>
            <a:xfrm>
              <a:off x="3609794" y="5354542"/>
              <a:ext cx="1470206" cy="995457"/>
            </a:xfrm>
            <a:custGeom>
              <a:avLst/>
              <a:gdLst>
                <a:gd name="csX0" fmla="*/ 1470206 w 1470206"/>
                <a:gd name="csY0" fmla="*/ 995457 h 995457"/>
                <a:gd name="csX1" fmla="*/ 23587 w 1470206"/>
                <a:gd name="csY1" fmla="*/ 73696 h 995457"/>
                <a:gd name="csX2" fmla="*/ 514584 w 1470206"/>
                <a:gd name="csY2" fmla="*/ 117125 h 995457"/>
                <a:gd name="csX3" fmla="*/ 200206 w 1470206"/>
                <a:gd name="csY3" fmla="*/ 655161 h 995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70206" h="995457">
                  <a:moveTo>
                    <a:pt x="1470206" y="995457"/>
                  </a:moveTo>
                  <a:cubicBezTo>
                    <a:pt x="988000" y="688203"/>
                    <a:pt x="182857" y="220085"/>
                    <a:pt x="23587" y="73696"/>
                  </a:cubicBezTo>
                  <a:cubicBezTo>
                    <a:pt x="-135683" y="-72693"/>
                    <a:pt x="565681" y="29676"/>
                    <a:pt x="514584" y="117125"/>
                  </a:cubicBezTo>
                  <a:lnTo>
                    <a:pt x="200206" y="655161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49AC671-BD34-9F8F-735C-186DAE46677B}"/>
                </a:ext>
              </a:extLst>
            </p:cNvPr>
            <p:cNvSpPr/>
            <p:nvPr/>
          </p:nvSpPr>
          <p:spPr>
            <a:xfrm>
              <a:off x="2880296" y="5080000"/>
              <a:ext cx="2199704" cy="1270000"/>
            </a:xfrm>
            <a:custGeom>
              <a:avLst/>
              <a:gdLst>
                <a:gd name="csX0" fmla="*/ 2199704 w 2199704"/>
                <a:gd name="csY0" fmla="*/ 1270000 h 1270000"/>
                <a:gd name="csX1" fmla="*/ 147812 w 2199704"/>
                <a:gd name="csY1" fmla="*/ 705093 h 1270000"/>
                <a:gd name="csX2" fmla="*/ 1399042 w 2199704"/>
                <a:gd name="csY2" fmla="*/ 718847 h 1270000"/>
                <a:gd name="csX3" fmla="*/ 0 w 2199704"/>
                <a:gd name="csY3" fmla="*/ 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1270000">
                  <a:moveTo>
                    <a:pt x="2199704" y="1270000"/>
                  </a:moveTo>
                  <a:cubicBezTo>
                    <a:pt x="1515740" y="1081698"/>
                    <a:pt x="281256" y="796952"/>
                    <a:pt x="147812" y="705093"/>
                  </a:cubicBezTo>
                  <a:cubicBezTo>
                    <a:pt x="14368" y="613234"/>
                    <a:pt x="1505839" y="773721"/>
                    <a:pt x="1399042" y="718847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B00DF8C-8B37-AE78-3FA6-756704B473D4}"/>
                </a:ext>
              </a:extLst>
            </p:cNvPr>
            <p:cNvSpPr/>
            <p:nvPr/>
          </p:nvSpPr>
          <p:spPr>
            <a:xfrm>
              <a:off x="2540000" y="3810000"/>
              <a:ext cx="2540000" cy="2540000"/>
            </a:xfrm>
            <a:custGeom>
              <a:avLst/>
              <a:gdLst>
                <a:gd name="csX0" fmla="*/ 2540000 w 2540000"/>
                <a:gd name="csY0" fmla="*/ 2540000 h 2540000"/>
                <a:gd name="csX1" fmla="*/ 1893720 w 2540000"/>
                <a:gd name="csY1" fmla="*/ 473507 h 2540000"/>
                <a:gd name="csX2" fmla="*/ 683112 w 2540000"/>
                <a:gd name="csY2" fmla="*/ 1610830 h 2540000"/>
                <a:gd name="csX3" fmla="*/ 0 w 2540000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2540000">
                  <a:moveTo>
                    <a:pt x="2540000" y="2540000"/>
                  </a:moveTo>
                  <a:cubicBezTo>
                    <a:pt x="2324573" y="1851169"/>
                    <a:pt x="2203201" y="628369"/>
                    <a:pt x="1893720" y="473507"/>
                  </a:cubicBezTo>
                  <a:cubicBezTo>
                    <a:pt x="1584239" y="318645"/>
                    <a:pt x="810130" y="1910347"/>
                    <a:pt x="683112" y="1610830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2D76F2C-3F5F-D5A1-95BF-3853C2F72049}"/>
                </a:ext>
              </a:extLst>
            </p:cNvPr>
            <p:cNvSpPr/>
            <p:nvPr/>
          </p:nvSpPr>
          <p:spPr>
            <a:xfrm>
              <a:off x="2880296" y="2540000"/>
              <a:ext cx="2199704" cy="3810000"/>
            </a:xfrm>
            <a:custGeom>
              <a:avLst/>
              <a:gdLst>
                <a:gd name="csX0" fmla="*/ 2199704 w 2199704"/>
                <a:gd name="csY0" fmla="*/ 3810000 h 3810000"/>
                <a:gd name="csX1" fmla="*/ 1012618 w 2199704"/>
                <a:gd name="csY1" fmla="*/ 1632629 h 3810000"/>
                <a:gd name="csX2" fmla="*/ 433066 w 2199704"/>
                <a:gd name="csY2" fmla="*/ 2294374 h 3810000"/>
                <a:gd name="csX3" fmla="*/ 0 w 2199704"/>
                <a:gd name="csY3" fmla="*/ 0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3810000">
                  <a:moveTo>
                    <a:pt x="2199704" y="3810000"/>
                  </a:moveTo>
                  <a:cubicBezTo>
                    <a:pt x="1804009" y="3084210"/>
                    <a:pt x="1307058" y="1885233"/>
                    <a:pt x="1012618" y="1632629"/>
                  </a:cubicBezTo>
                  <a:cubicBezTo>
                    <a:pt x="718178" y="1380025"/>
                    <a:pt x="492454" y="2609013"/>
                    <a:pt x="433066" y="2294374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BA03A78-F379-04E7-2AF9-CCE91185B530}"/>
                </a:ext>
              </a:extLst>
            </p:cNvPr>
            <p:cNvSpPr/>
            <p:nvPr/>
          </p:nvSpPr>
          <p:spPr>
            <a:xfrm>
              <a:off x="3662956" y="1610296"/>
              <a:ext cx="1678656" cy="4739704"/>
            </a:xfrm>
            <a:custGeom>
              <a:avLst/>
              <a:gdLst>
                <a:gd name="csX0" fmla="*/ 1417044 w 1678656"/>
                <a:gd name="csY0" fmla="*/ 4739704 h 4739704"/>
                <a:gd name="csX1" fmla="*/ 1598881 w 1678656"/>
                <a:gd name="csY1" fmla="*/ 2427407 h 4739704"/>
                <a:gd name="csX2" fmla="*/ 311 w 1678656"/>
                <a:gd name="csY2" fmla="*/ 2860826 h 4739704"/>
                <a:gd name="csX3" fmla="*/ 147044 w 1678656"/>
                <a:gd name="csY3" fmla="*/ 0 h 473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78656" h="4739704">
                  <a:moveTo>
                    <a:pt x="1417044" y="4739704"/>
                  </a:moveTo>
                  <a:cubicBezTo>
                    <a:pt x="1477656" y="3968938"/>
                    <a:pt x="1835003" y="2740553"/>
                    <a:pt x="1598881" y="2427407"/>
                  </a:cubicBezTo>
                  <a:cubicBezTo>
                    <a:pt x="1362759" y="2114261"/>
                    <a:pt x="-23836" y="3331616"/>
                    <a:pt x="311" y="2860826"/>
                  </a:cubicBezTo>
                  <a:lnTo>
                    <a:pt x="14704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1C9F1D3-8258-3845-B166-67CD8BA61576}"/>
                </a:ext>
              </a:extLst>
            </p:cNvPr>
            <p:cNvSpPr/>
            <p:nvPr/>
          </p:nvSpPr>
          <p:spPr>
            <a:xfrm>
              <a:off x="4892981" y="1270000"/>
              <a:ext cx="187018" cy="5080000"/>
            </a:xfrm>
            <a:custGeom>
              <a:avLst/>
              <a:gdLst>
                <a:gd name="csX0" fmla="*/ 187018 w 187018"/>
                <a:gd name="csY0" fmla="*/ 5080000 h 5080000"/>
                <a:gd name="csX1" fmla="*/ 27 w 187018"/>
                <a:gd name="csY1" fmla="*/ 2467371 h 5080000"/>
                <a:gd name="csX2" fmla="*/ 172093 w 187018"/>
                <a:gd name="csY2" fmla="*/ 1983030 h 5080000"/>
                <a:gd name="csX3" fmla="*/ 187018 w 187018"/>
                <a:gd name="csY3" fmla="*/ 0 h 5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7018" h="5080000">
                  <a:moveTo>
                    <a:pt x="187018" y="5080000"/>
                  </a:moveTo>
                  <a:cubicBezTo>
                    <a:pt x="124688" y="4209124"/>
                    <a:pt x="2515" y="2983533"/>
                    <a:pt x="27" y="2467371"/>
                  </a:cubicBezTo>
                  <a:cubicBezTo>
                    <a:pt x="-2461" y="1951209"/>
                    <a:pt x="168989" y="2395426"/>
                    <a:pt x="172093" y="1983030"/>
                  </a:cubicBezTo>
                  <a:lnTo>
                    <a:pt x="187018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F6BBF41-C9D1-11F7-54B6-B286CEC6EAE2}"/>
                </a:ext>
              </a:extLst>
            </p:cNvPr>
            <p:cNvSpPr/>
            <p:nvPr/>
          </p:nvSpPr>
          <p:spPr>
            <a:xfrm>
              <a:off x="5080000" y="1610296"/>
              <a:ext cx="1270000" cy="4739704"/>
            </a:xfrm>
            <a:custGeom>
              <a:avLst/>
              <a:gdLst>
                <a:gd name="csX0" fmla="*/ 0 w 1270000"/>
                <a:gd name="csY0" fmla="*/ 4739704 h 4739704"/>
                <a:gd name="csX1" fmla="*/ 310647 w 1270000"/>
                <a:gd name="csY1" fmla="*/ 1599144 h 4739704"/>
                <a:gd name="csX2" fmla="*/ 806055 w 1270000"/>
                <a:gd name="csY2" fmla="*/ 1740961 h 4739704"/>
                <a:gd name="csX3" fmla="*/ 1270000 w 1270000"/>
                <a:gd name="csY3" fmla="*/ 0 h 473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0000" h="4739704">
                  <a:moveTo>
                    <a:pt x="0" y="4739704"/>
                  </a:moveTo>
                  <a:cubicBezTo>
                    <a:pt x="103549" y="3692851"/>
                    <a:pt x="176305" y="2098934"/>
                    <a:pt x="310647" y="1599144"/>
                  </a:cubicBezTo>
                  <a:cubicBezTo>
                    <a:pt x="444989" y="1099354"/>
                    <a:pt x="726022" y="2041286"/>
                    <a:pt x="806055" y="1740961"/>
                  </a:cubicBezTo>
                  <a:lnTo>
                    <a:pt x="127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011ECD2-D152-0151-C768-0367D6286E21}"/>
                </a:ext>
              </a:extLst>
            </p:cNvPr>
            <p:cNvSpPr/>
            <p:nvPr/>
          </p:nvSpPr>
          <p:spPr>
            <a:xfrm>
              <a:off x="5080000" y="2540000"/>
              <a:ext cx="2199704" cy="3810000"/>
            </a:xfrm>
            <a:custGeom>
              <a:avLst/>
              <a:gdLst>
                <a:gd name="csX0" fmla="*/ 0 w 2199704"/>
                <a:gd name="csY0" fmla="*/ 3810000 h 3810000"/>
                <a:gd name="csX1" fmla="*/ 1914461 w 2199704"/>
                <a:gd name="csY1" fmla="*/ 1139056 h 3810000"/>
                <a:gd name="csX2" fmla="*/ 992910 w 2199704"/>
                <a:gd name="csY2" fmla="*/ 1472464 h 3810000"/>
                <a:gd name="csX3" fmla="*/ 2199704 w 2199704"/>
                <a:gd name="csY3" fmla="*/ 0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3810000">
                  <a:moveTo>
                    <a:pt x="0" y="3810000"/>
                  </a:moveTo>
                  <a:cubicBezTo>
                    <a:pt x="638154" y="2919685"/>
                    <a:pt x="1748976" y="1528645"/>
                    <a:pt x="1914461" y="1139056"/>
                  </a:cubicBezTo>
                  <a:cubicBezTo>
                    <a:pt x="2079946" y="749467"/>
                    <a:pt x="868857" y="1623827"/>
                    <a:pt x="992910" y="1472464"/>
                  </a:cubicBezTo>
                  <a:lnTo>
                    <a:pt x="219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5E56A8B-2047-D7F1-CD84-4136614E3F7D}"/>
                </a:ext>
              </a:extLst>
            </p:cNvPr>
            <p:cNvSpPr/>
            <p:nvPr/>
          </p:nvSpPr>
          <p:spPr>
            <a:xfrm>
              <a:off x="2880296" y="5080000"/>
              <a:ext cx="1214492" cy="954870"/>
            </a:xfrm>
            <a:custGeom>
              <a:avLst/>
              <a:gdLst>
                <a:gd name="csX0" fmla="*/ 929704 w 1214492"/>
                <a:gd name="csY0" fmla="*/ 929704 h 954870"/>
                <a:gd name="csX1" fmla="*/ 1174554 w 1214492"/>
                <a:gd name="csY1" fmla="*/ 942412 h 954870"/>
                <a:gd name="csX2" fmla="*/ 32307 w 1214492"/>
                <a:gd name="csY2" fmla="*/ 795649 h 954870"/>
                <a:gd name="csX3" fmla="*/ 0 w 1214492"/>
                <a:gd name="csY3" fmla="*/ 0 h 954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4492" h="954870">
                  <a:moveTo>
                    <a:pt x="929704" y="929704"/>
                  </a:moveTo>
                  <a:cubicBezTo>
                    <a:pt x="1011321" y="933940"/>
                    <a:pt x="1324120" y="964754"/>
                    <a:pt x="1174554" y="942412"/>
                  </a:cubicBezTo>
                  <a:cubicBezTo>
                    <a:pt x="1024988" y="920070"/>
                    <a:pt x="42490" y="1046425"/>
                    <a:pt x="32307" y="795649"/>
                  </a:cubicBezTo>
                  <a:lnTo>
                    <a:pt x="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9D97D5A-C391-F055-F743-A242CF17B264}"/>
                </a:ext>
              </a:extLst>
            </p:cNvPr>
            <p:cNvSpPr/>
            <p:nvPr/>
          </p:nvSpPr>
          <p:spPr>
            <a:xfrm>
              <a:off x="2280130" y="3810000"/>
              <a:ext cx="1529869" cy="2199704"/>
            </a:xfrm>
            <a:custGeom>
              <a:avLst/>
              <a:gdLst>
                <a:gd name="csX0" fmla="*/ 1529869 w 1529869"/>
                <a:gd name="csY0" fmla="*/ 2199704 h 2199704"/>
                <a:gd name="csX1" fmla="*/ 431247 w 1529869"/>
                <a:gd name="csY1" fmla="*/ 318605 h 2199704"/>
                <a:gd name="csX2" fmla="*/ 1330 w 1529869"/>
                <a:gd name="csY2" fmla="*/ 762129 h 2199704"/>
                <a:gd name="csX3" fmla="*/ 259869 w 1529869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29869" h="2199704">
                  <a:moveTo>
                    <a:pt x="1529869" y="2199704"/>
                  </a:moveTo>
                  <a:cubicBezTo>
                    <a:pt x="1163662" y="1572671"/>
                    <a:pt x="686003" y="558201"/>
                    <a:pt x="431247" y="318605"/>
                  </a:cubicBezTo>
                  <a:cubicBezTo>
                    <a:pt x="176491" y="79009"/>
                    <a:pt x="-18040" y="819229"/>
                    <a:pt x="1330" y="762129"/>
                  </a:cubicBezTo>
                  <a:lnTo>
                    <a:pt x="259869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5D8AA0D-B84C-E501-F067-984D239927B0}"/>
                </a:ext>
              </a:extLst>
            </p:cNvPr>
            <p:cNvSpPr/>
            <p:nvPr/>
          </p:nvSpPr>
          <p:spPr>
            <a:xfrm>
              <a:off x="2840825" y="2540000"/>
              <a:ext cx="1115685" cy="3469704"/>
            </a:xfrm>
            <a:custGeom>
              <a:avLst/>
              <a:gdLst>
                <a:gd name="csX0" fmla="*/ 969174 w 1115685"/>
                <a:gd name="csY0" fmla="*/ 3469704 h 3469704"/>
                <a:gd name="csX1" fmla="*/ 1057017 w 1115685"/>
                <a:gd name="csY1" fmla="*/ 1348629 h 3469704"/>
                <a:gd name="csX2" fmla="*/ 35 w 1115685"/>
                <a:gd name="csY2" fmla="*/ 1697656 h 3469704"/>
                <a:gd name="csX3" fmla="*/ 39470 w 1115685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15685" h="3469704">
                  <a:moveTo>
                    <a:pt x="969174" y="3469704"/>
                  </a:moveTo>
                  <a:cubicBezTo>
                    <a:pt x="998455" y="2762679"/>
                    <a:pt x="1218540" y="1643970"/>
                    <a:pt x="1057017" y="1348629"/>
                  </a:cubicBezTo>
                  <a:cubicBezTo>
                    <a:pt x="895494" y="1053288"/>
                    <a:pt x="-6504" y="1979153"/>
                    <a:pt x="35" y="1697656"/>
                  </a:cubicBezTo>
                  <a:lnTo>
                    <a:pt x="3947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30DBF16-07A1-9F63-7D64-362986308774}"/>
                </a:ext>
              </a:extLst>
            </p:cNvPr>
            <p:cNvSpPr/>
            <p:nvPr/>
          </p:nvSpPr>
          <p:spPr>
            <a:xfrm>
              <a:off x="2919493" y="1610296"/>
              <a:ext cx="890506" cy="4399408"/>
            </a:xfrm>
            <a:custGeom>
              <a:avLst/>
              <a:gdLst>
                <a:gd name="csX0" fmla="*/ 890506 w 890506"/>
                <a:gd name="csY0" fmla="*/ 4399408 h 4399408"/>
                <a:gd name="csX1" fmla="*/ 423023 w 890506"/>
                <a:gd name="csY1" fmla="*/ 1896060 h 4399408"/>
                <a:gd name="csX2" fmla="*/ 23605 w 890506"/>
                <a:gd name="csY2" fmla="*/ 2166230 h 4399408"/>
                <a:gd name="csX3" fmla="*/ 890506 w 890506"/>
                <a:gd name="csY3" fmla="*/ 0 h 4399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0506" h="4399408">
                  <a:moveTo>
                    <a:pt x="890506" y="4399408"/>
                  </a:moveTo>
                  <a:cubicBezTo>
                    <a:pt x="734678" y="3564959"/>
                    <a:pt x="567507" y="2268256"/>
                    <a:pt x="423023" y="1896060"/>
                  </a:cubicBezTo>
                  <a:cubicBezTo>
                    <a:pt x="278539" y="1523864"/>
                    <a:pt x="-97322" y="2468405"/>
                    <a:pt x="23605" y="2166230"/>
                  </a:cubicBezTo>
                  <a:lnTo>
                    <a:pt x="890506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A394970-FF0F-34AB-CB34-192CFE075AD3}"/>
                </a:ext>
              </a:extLst>
            </p:cNvPr>
            <p:cNvSpPr/>
            <p:nvPr/>
          </p:nvSpPr>
          <p:spPr>
            <a:xfrm>
              <a:off x="3806544" y="1270000"/>
              <a:ext cx="1273455" cy="4739704"/>
            </a:xfrm>
            <a:custGeom>
              <a:avLst/>
              <a:gdLst>
                <a:gd name="csX0" fmla="*/ 3455 w 1273455"/>
                <a:gd name="csY0" fmla="*/ 4739704 h 4739704"/>
                <a:gd name="csX1" fmla="*/ 78418 w 1273455"/>
                <a:gd name="csY1" fmla="*/ 3064290 h 4739704"/>
                <a:gd name="csX2" fmla="*/ 807292 w 1273455"/>
                <a:gd name="csY2" fmla="*/ 2855452 h 4739704"/>
                <a:gd name="csX3" fmla="*/ 1273455 w 1273455"/>
                <a:gd name="csY3" fmla="*/ 0 h 473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3455" h="4739704">
                  <a:moveTo>
                    <a:pt x="3455" y="4739704"/>
                  </a:moveTo>
                  <a:cubicBezTo>
                    <a:pt x="28443" y="4181233"/>
                    <a:pt x="-55555" y="3378332"/>
                    <a:pt x="78418" y="3064290"/>
                  </a:cubicBezTo>
                  <a:cubicBezTo>
                    <a:pt x="212391" y="2750248"/>
                    <a:pt x="718969" y="3396468"/>
                    <a:pt x="807292" y="2855452"/>
                  </a:cubicBezTo>
                  <a:lnTo>
                    <a:pt x="1273455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EFF9550-4DEF-255D-9F9B-FBE470F3599F}"/>
                </a:ext>
              </a:extLst>
            </p:cNvPr>
            <p:cNvSpPr/>
            <p:nvPr/>
          </p:nvSpPr>
          <p:spPr>
            <a:xfrm>
              <a:off x="3810000" y="1610296"/>
              <a:ext cx="2540000" cy="4399408"/>
            </a:xfrm>
            <a:custGeom>
              <a:avLst/>
              <a:gdLst>
                <a:gd name="csX0" fmla="*/ 0 w 2540000"/>
                <a:gd name="csY0" fmla="*/ 4399408 h 4399408"/>
                <a:gd name="csX1" fmla="*/ 2085117 w 2540000"/>
                <a:gd name="csY1" fmla="*/ 1877791 h 4399408"/>
                <a:gd name="csX2" fmla="*/ 1351803 w 2540000"/>
                <a:gd name="csY2" fmla="*/ 1400921 h 4399408"/>
                <a:gd name="csX3" fmla="*/ 2540000 w 2540000"/>
                <a:gd name="csY3" fmla="*/ 0 h 4399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4399408">
                  <a:moveTo>
                    <a:pt x="0" y="4399408"/>
                  </a:moveTo>
                  <a:cubicBezTo>
                    <a:pt x="695039" y="3558869"/>
                    <a:pt x="1859817" y="2377539"/>
                    <a:pt x="2085117" y="1877791"/>
                  </a:cubicBezTo>
                  <a:cubicBezTo>
                    <a:pt x="2310417" y="1378043"/>
                    <a:pt x="1143513" y="1646502"/>
                    <a:pt x="1351803" y="1400921"/>
                  </a:cubicBezTo>
                  <a:lnTo>
                    <a:pt x="254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66D5C2F-2DC1-EE77-BD1F-2DD285E5A8A9}"/>
                </a:ext>
              </a:extLst>
            </p:cNvPr>
            <p:cNvSpPr/>
            <p:nvPr/>
          </p:nvSpPr>
          <p:spPr>
            <a:xfrm>
              <a:off x="3810000" y="2540000"/>
              <a:ext cx="3469704" cy="3469704"/>
            </a:xfrm>
            <a:custGeom>
              <a:avLst/>
              <a:gdLst>
                <a:gd name="csX0" fmla="*/ 0 w 3469704"/>
                <a:gd name="csY0" fmla="*/ 3469704 h 3469704"/>
                <a:gd name="csX1" fmla="*/ 1990830 w 3469704"/>
                <a:gd name="csY1" fmla="*/ 1563472 h 3469704"/>
                <a:gd name="csX2" fmla="*/ 2611957 w 3469704"/>
                <a:gd name="csY2" fmla="*/ 1000709 h 3469704"/>
                <a:gd name="csX3" fmla="*/ 3469704 w 346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3469704">
                  <a:moveTo>
                    <a:pt x="0" y="3469704"/>
                  </a:moveTo>
                  <a:lnTo>
                    <a:pt x="1990830" y="1563472"/>
                  </a:lnTo>
                  <a:cubicBezTo>
                    <a:pt x="2426156" y="1151973"/>
                    <a:pt x="2378530" y="1273042"/>
                    <a:pt x="2611957" y="1000709"/>
                  </a:cubicBezTo>
                  <a:lnTo>
                    <a:pt x="346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F4A6DAE-0E3E-8134-6821-FCA7DAC076D6}"/>
                </a:ext>
              </a:extLst>
            </p:cNvPr>
            <p:cNvSpPr/>
            <p:nvPr/>
          </p:nvSpPr>
          <p:spPr>
            <a:xfrm>
              <a:off x="2396083" y="3773580"/>
              <a:ext cx="1128639" cy="1306419"/>
            </a:xfrm>
            <a:custGeom>
              <a:avLst/>
              <a:gdLst>
                <a:gd name="csX0" fmla="*/ 484212 w 1128639"/>
                <a:gd name="csY0" fmla="*/ 1306419 h 1306419"/>
                <a:gd name="csX1" fmla="*/ 1120727 w 1128639"/>
                <a:gd name="csY1" fmla="*/ 900418 h 1306419"/>
                <a:gd name="csX2" fmla="*/ 23983 w 1128639"/>
                <a:gd name="csY2" fmla="*/ 3232 h 1306419"/>
                <a:gd name="csX3" fmla="*/ 143916 w 1128639"/>
                <a:gd name="csY3" fmla="*/ 36419 h 1306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28639" h="1306419">
                  <a:moveTo>
                    <a:pt x="484212" y="1306419"/>
                  </a:moveTo>
                  <a:cubicBezTo>
                    <a:pt x="696384" y="1171085"/>
                    <a:pt x="1197432" y="1117616"/>
                    <a:pt x="1120727" y="900418"/>
                  </a:cubicBezTo>
                  <a:cubicBezTo>
                    <a:pt x="1044022" y="683220"/>
                    <a:pt x="-185494" y="-54731"/>
                    <a:pt x="23983" y="3232"/>
                  </a:cubicBezTo>
                  <a:lnTo>
                    <a:pt x="143916" y="36419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4DB1E65-88F7-E1B1-E785-77D2F7DF52CA}"/>
                </a:ext>
              </a:extLst>
            </p:cNvPr>
            <p:cNvSpPr/>
            <p:nvPr/>
          </p:nvSpPr>
          <p:spPr>
            <a:xfrm>
              <a:off x="2778856" y="2540000"/>
              <a:ext cx="1050289" cy="2540000"/>
            </a:xfrm>
            <a:custGeom>
              <a:avLst/>
              <a:gdLst>
                <a:gd name="csX0" fmla="*/ 101439 w 1050289"/>
                <a:gd name="csY0" fmla="*/ 2540000 h 2540000"/>
                <a:gd name="csX1" fmla="*/ 63298 w 1050289"/>
                <a:gd name="csY1" fmla="*/ 735474 h 2540000"/>
                <a:gd name="csX2" fmla="*/ 1041997 w 1050289"/>
                <a:gd name="csY2" fmla="*/ 565951 h 2540000"/>
                <a:gd name="csX3" fmla="*/ 101439 w 1050289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0289" h="2540000">
                  <a:moveTo>
                    <a:pt x="101439" y="2540000"/>
                  </a:moveTo>
                  <a:cubicBezTo>
                    <a:pt x="88725" y="1938491"/>
                    <a:pt x="-93462" y="1064482"/>
                    <a:pt x="63298" y="735474"/>
                  </a:cubicBezTo>
                  <a:cubicBezTo>
                    <a:pt x="220058" y="406466"/>
                    <a:pt x="1147169" y="629235"/>
                    <a:pt x="1041997" y="565951"/>
                  </a:cubicBezTo>
                  <a:lnTo>
                    <a:pt x="101439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3A14026-CAC2-3A25-B946-118FEA678A16}"/>
                </a:ext>
              </a:extLst>
            </p:cNvPr>
            <p:cNvSpPr/>
            <p:nvPr/>
          </p:nvSpPr>
          <p:spPr>
            <a:xfrm>
              <a:off x="2433344" y="1610296"/>
              <a:ext cx="1376655" cy="3469704"/>
            </a:xfrm>
            <a:custGeom>
              <a:avLst/>
              <a:gdLst>
                <a:gd name="csX0" fmla="*/ 446951 w 1376655"/>
                <a:gd name="csY0" fmla="*/ 3469704 h 3469704"/>
                <a:gd name="csX1" fmla="*/ 14330 w 1376655"/>
                <a:gd name="csY1" fmla="*/ 1440323 h 3469704"/>
                <a:gd name="csX2" fmla="*/ 1002612 w 1376655"/>
                <a:gd name="csY2" fmla="*/ 2540580 h 3469704"/>
                <a:gd name="csX3" fmla="*/ 1376655 w 1376655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76655" h="3469704">
                  <a:moveTo>
                    <a:pt x="446951" y="3469704"/>
                  </a:moveTo>
                  <a:cubicBezTo>
                    <a:pt x="302744" y="2793244"/>
                    <a:pt x="-78280" y="1595177"/>
                    <a:pt x="14330" y="1440323"/>
                  </a:cubicBezTo>
                  <a:cubicBezTo>
                    <a:pt x="106940" y="1285469"/>
                    <a:pt x="954483" y="2867479"/>
                    <a:pt x="1002612" y="2540580"/>
                  </a:cubicBezTo>
                  <a:lnTo>
                    <a:pt x="1376655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161D95F-9448-6D97-5ECE-9525E15E7AF3}"/>
                </a:ext>
              </a:extLst>
            </p:cNvPr>
            <p:cNvSpPr/>
            <p:nvPr/>
          </p:nvSpPr>
          <p:spPr>
            <a:xfrm>
              <a:off x="2880296" y="1270000"/>
              <a:ext cx="2199704" cy="3810000"/>
            </a:xfrm>
            <a:custGeom>
              <a:avLst/>
              <a:gdLst>
                <a:gd name="csX0" fmla="*/ 0 w 2199704"/>
                <a:gd name="csY0" fmla="*/ 3810000 h 3810000"/>
                <a:gd name="csX1" fmla="*/ 1172711 w 2199704"/>
                <a:gd name="csY1" fmla="*/ 1726733 h 3810000"/>
                <a:gd name="csX2" fmla="*/ 1761355 w 2199704"/>
                <a:gd name="csY2" fmla="*/ 2526460 h 3810000"/>
                <a:gd name="csX3" fmla="*/ 2199704 w 2199704"/>
                <a:gd name="csY3" fmla="*/ 0 h 38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3810000">
                  <a:moveTo>
                    <a:pt x="0" y="3810000"/>
                  </a:moveTo>
                  <a:cubicBezTo>
                    <a:pt x="390904" y="3115578"/>
                    <a:pt x="879152" y="1940656"/>
                    <a:pt x="1172711" y="1726733"/>
                  </a:cubicBezTo>
                  <a:cubicBezTo>
                    <a:pt x="1466270" y="1512810"/>
                    <a:pt x="1704114" y="2856374"/>
                    <a:pt x="1761355" y="2526460"/>
                  </a:cubicBezTo>
                  <a:lnTo>
                    <a:pt x="219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C9594AD-C3A5-DEF2-1914-863C7CDA6428}"/>
                </a:ext>
              </a:extLst>
            </p:cNvPr>
            <p:cNvSpPr/>
            <p:nvPr/>
          </p:nvSpPr>
          <p:spPr>
            <a:xfrm>
              <a:off x="2880296" y="1610296"/>
              <a:ext cx="3469704" cy="3469704"/>
            </a:xfrm>
            <a:custGeom>
              <a:avLst/>
              <a:gdLst>
                <a:gd name="csX0" fmla="*/ 0 w 3469704"/>
                <a:gd name="csY0" fmla="*/ 3469704 h 3469704"/>
                <a:gd name="csX1" fmla="*/ 2063327 w 3469704"/>
                <a:gd name="csY1" fmla="*/ 2157562 h 3469704"/>
                <a:gd name="csX2" fmla="*/ 2681202 w 3469704"/>
                <a:gd name="csY2" fmla="*/ 1429683 h 3469704"/>
                <a:gd name="csX3" fmla="*/ 3469704 w 3469704"/>
                <a:gd name="csY3" fmla="*/ 0 h 346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3469704">
                  <a:moveTo>
                    <a:pt x="0" y="3469704"/>
                  </a:moveTo>
                  <a:cubicBezTo>
                    <a:pt x="687776" y="3032323"/>
                    <a:pt x="1616460" y="2497565"/>
                    <a:pt x="2063327" y="2157562"/>
                  </a:cubicBezTo>
                  <a:cubicBezTo>
                    <a:pt x="2510194" y="1817559"/>
                    <a:pt x="2473903" y="1805550"/>
                    <a:pt x="2681202" y="1429683"/>
                  </a:cubicBezTo>
                  <a:lnTo>
                    <a:pt x="346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DC5DE87-88A9-E682-6AC3-E64C441FE822}"/>
                </a:ext>
              </a:extLst>
            </p:cNvPr>
            <p:cNvSpPr/>
            <p:nvPr/>
          </p:nvSpPr>
          <p:spPr>
            <a:xfrm>
              <a:off x="2880296" y="2540000"/>
              <a:ext cx="4399408" cy="2540000"/>
            </a:xfrm>
            <a:custGeom>
              <a:avLst/>
              <a:gdLst>
                <a:gd name="csX0" fmla="*/ 0 w 4399408"/>
                <a:gd name="csY0" fmla="*/ 2540000 h 2540000"/>
                <a:gd name="csX1" fmla="*/ 2190581 w 4399408"/>
                <a:gd name="csY1" fmla="*/ 1104204 h 2540000"/>
                <a:gd name="csX2" fmla="*/ 2571716 w 4399408"/>
                <a:gd name="csY2" fmla="*/ 658665 h 2540000"/>
                <a:gd name="csX3" fmla="*/ 4399408 w 4399408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9408" h="2540000">
                  <a:moveTo>
                    <a:pt x="0" y="2540000"/>
                  </a:moveTo>
                  <a:cubicBezTo>
                    <a:pt x="730194" y="2061401"/>
                    <a:pt x="1761962" y="1417760"/>
                    <a:pt x="2190581" y="1104204"/>
                  </a:cubicBezTo>
                  <a:cubicBezTo>
                    <a:pt x="2619200" y="790648"/>
                    <a:pt x="2184517" y="798204"/>
                    <a:pt x="2571716" y="658665"/>
                  </a:cubicBezTo>
                  <a:lnTo>
                    <a:pt x="4399408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B2AFB6E-6109-7FFC-6926-4C0C75F70380}"/>
                </a:ext>
              </a:extLst>
            </p:cNvPr>
            <p:cNvSpPr/>
            <p:nvPr/>
          </p:nvSpPr>
          <p:spPr>
            <a:xfrm>
              <a:off x="2501596" y="2540000"/>
              <a:ext cx="812640" cy="1270000"/>
            </a:xfrm>
            <a:custGeom>
              <a:avLst/>
              <a:gdLst>
                <a:gd name="csX0" fmla="*/ 38404 w 812640"/>
                <a:gd name="csY0" fmla="*/ 1270000 h 1270000"/>
                <a:gd name="csX1" fmla="*/ 61711 w 812640"/>
                <a:gd name="csY1" fmla="*/ 717252 h 1270000"/>
                <a:gd name="csX2" fmla="*/ 807987 w 812640"/>
                <a:gd name="csY2" fmla="*/ 712940 h 1270000"/>
                <a:gd name="csX3" fmla="*/ 378700 w 812640"/>
                <a:gd name="csY3" fmla="*/ 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12640" h="1270000">
                  <a:moveTo>
                    <a:pt x="38404" y="1270000"/>
                  </a:moveTo>
                  <a:cubicBezTo>
                    <a:pt x="46173" y="1085751"/>
                    <a:pt x="-66553" y="810095"/>
                    <a:pt x="61711" y="717252"/>
                  </a:cubicBezTo>
                  <a:cubicBezTo>
                    <a:pt x="189975" y="624409"/>
                    <a:pt x="875405" y="824905"/>
                    <a:pt x="807987" y="712940"/>
                  </a:cubicBezTo>
                  <a:lnTo>
                    <a:pt x="3787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5B075EA-919A-F24B-6708-6F0301BC4179}"/>
                </a:ext>
              </a:extLst>
            </p:cNvPr>
            <p:cNvSpPr/>
            <p:nvPr/>
          </p:nvSpPr>
          <p:spPr>
            <a:xfrm>
              <a:off x="2540000" y="1610296"/>
              <a:ext cx="1270000" cy="2199704"/>
            </a:xfrm>
            <a:custGeom>
              <a:avLst/>
              <a:gdLst>
                <a:gd name="csX0" fmla="*/ 0 w 1270000"/>
                <a:gd name="csY0" fmla="*/ 2199704 h 2199704"/>
                <a:gd name="csX1" fmla="*/ 496951 w 1270000"/>
                <a:gd name="csY1" fmla="*/ 1117127 h 2199704"/>
                <a:gd name="csX2" fmla="*/ 116424 w 1270000"/>
                <a:gd name="csY2" fmla="*/ 1326904 h 2199704"/>
                <a:gd name="csX3" fmla="*/ 1270000 w 127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0000" h="2199704">
                  <a:moveTo>
                    <a:pt x="0" y="2199704"/>
                  </a:moveTo>
                  <a:cubicBezTo>
                    <a:pt x="165650" y="1838845"/>
                    <a:pt x="477547" y="1262593"/>
                    <a:pt x="496951" y="1117127"/>
                  </a:cubicBezTo>
                  <a:cubicBezTo>
                    <a:pt x="516355" y="971661"/>
                    <a:pt x="-32130" y="1497778"/>
                    <a:pt x="116424" y="1326904"/>
                  </a:cubicBezTo>
                  <a:lnTo>
                    <a:pt x="127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E37FB73-F389-47E5-161A-06095B35AB9A}"/>
                </a:ext>
              </a:extLst>
            </p:cNvPr>
            <p:cNvSpPr/>
            <p:nvPr/>
          </p:nvSpPr>
          <p:spPr>
            <a:xfrm>
              <a:off x="2540000" y="1270000"/>
              <a:ext cx="2540000" cy="2540000"/>
            </a:xfrm>
            <a:custGeom>
              <a:avLst/>
              <a:gdLst>
                <a:gd name="csX0" fmla="*/ 0 w 2540000"/>
                <a:gd name="csY0" fmla="*/ 2540000 h 2540000"/>
                <a:gd name="csX1" fmla="*/ 1250627 w 2540000"/>
                <a:gd name="csY1" fmla="*/ 1614461 h 2540000"/>
                <a:gd name="csX2" fmla="*/ 2006473 w 2540000"/>
                <a:gd name="csY2" fmla="*/ 1023332 h 2540000"/>
                <a:gd name="csX3" fmla="*/ 2540000 w 2540000"/>
                <a:gd name="csY3" fmla="*/ 0 h 2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2540000">
                  <a:moveTo>
                    <a:pt x="0" y="2540000"/>
                  </a:moveTo>
                  <a:lnTo>
                    <a:pt x="1250627" y="1614461"/>
                  </a:lnTo>
                  <a:cubicBezTo>
                    <a:pt x="1585039" y="1361683"/>
                    <a:pt x="1847276" y="1328682"/>
                    <a:pt x="2006473" y="1023332"/>
                  </a:cubicBezTo>
                  <a:lnTo>
                    <a:pt x="254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5A209F7-8BF0-419B-FDA4-39F489EE8FCC}"/>
                </a:ext>
              </a:extLst>
            </p:cNvPr>
            <p:cNvSpPr/>
            <p:nvPr/>
          </p:nvSpPr>
          <p:spPr>
            <a:xfrm>
              <a:off x="2540000" y="1610296"/>
              <a:ext cx="3810000" cy="2199704"/>
            </a:xfrm>
            <a:custGeom>
              <a:avLst/>
              <a:gdLst>
                <a:gd name="csX0" fmla="*/ 0 w 3810000"/>
                <a:gd name="csY0" fmla="*/ 2199704 h 2199704"/>
                <a:gd name="csX1" fmla="*/ 1528758 w 3810000"/>
                <a:gd name="csY1" fmla="*/ 705263 h 2199704"/>
                <a:gd name="csX2" fmla="*/ 1238843 w 3810000"/>
                <a:gd name="csY2" fmla="*/ 1156661 h 2199704"/>
                <a:gd name="csX3" fmla="*/ 3810000 w 3810000"/>
                <a:gd name="csY3" fmla="*/ 0 h 2199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00" h="2199704">
                  <a:moveTo>
                    <a:pt x="0" y="2199704"/>
                  </a:moveTo>
                  <a:cubicBezTo>
                    <a:pt x="509586" y="1701557"/>
                    <a:pt x="1322284" y="879103"/>
                    <a:pt x="1528758" y="705263"/>
                  </a:cubicBezTo>
                  <a:cubicBezTo>
                    <a:pt x="1735232" y="531423"/>
                    <a:pt x="875914" y="1319929"/>
                    <a:pt x="1238843" y="1156661"/>
                  </a:cubicBezTo>
                  <a:lnTo>
                    <a:pt x="3810000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98E4B67-9F6B-2A97-E2C4-5AFEDC66073C}"/>
                </a:ext>
              </a:extLst>
            </p:cNvPr>
            <p:cNvSpPr/>
            <p:nvPr/>
          </p:nvSpPr>
          <p:spPr>
            <a:xfrm>
              <a:off x="2540000" y="2540000"/>
              <a:ext cx="4739704" cy="1393671"/>
            </a:xfrm>
            <a:custGeom>
              <a:avLst/>
              <a:gdLst>
                <a:gd name="csX0" fmla="*/ 0 w 4739704"/>
                <a:gd name="csY0" fmla="*/ 1270000 h 1393671"/>
                <a:gd name="csX1" fmla="*/ 1842665 w 4739704"/>
                <a:gd name="csY1" fmla="*/ 796028 h 1393671"/>
                <a:gd name="csX2" fmla="*/ 2109741 w 4739704"/>
                <a:gd name="csY2" fmla="*/ 1351232 h 1393671"/>
                <a:gd name="csX3" fmla="*/ 4739704 w 4739704"/>
                <a:gd name="csY3" fmla="*/ 0 h 139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39704" h="1393671">
                  <a:moveTo>
                    <a:pt x="0" y="1270000"/>
                  </a:moveTo>
                  <a:cubicBezTo>
                    <a:pt x="614222" y="1112009"/>
                    <a:pt x="1491042" y="782489"/>
                    <a:pt x="1842665" y="796028"/>
                  </a:cubicBezTo>
                  <a:cubicBezTo>
                    <a:pt x="2194288" y="809567"/>
                    <a:pt x="1664352" y="1580066"/>
                    <a:pt x="2109741" y="1351232"/>
                  </a:cubicBezTo>
                  <a:lnTo>
                    <a:pt x="473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4F02915-1151-02C5-424D-67665619CC6C}"/>
                </a:ext>
              </a:extLst>
            </p:cNvPr>
            <p:cNvSpPr/>
            <p:nvPr/>
          </p:nvSpPr>
          <p:spPr>
            <a:xfrm>
              <a:off x="2880296" y="1485804"/>
              <a:ext cx="929704" cy="1065314"/>
            </a:xfrm>
            <a:custGeom>
              <a:avLst/>
              <a:gdLst>
                <a:gd name="csX0" fmla="*/ 0 w 929704"/>
                <a:gd name="csY0" fmla="*/ 1054196 h 1065314"/>
                <a:gd name="csX1" fmla="*/ 422969 w 929704"/>
                <a:gd name="csY1" fmla="*/ 1 h 1065314"/>
                <a:gd name="csX2" fmla="*/ 815491 w 929704"/>
                <a:gd name="csY2" fmla="*/ 1060671 h 1065314"/>
                <a:gd name="csX3" fmla="*/ 929704 w 929704"/>
                <a:gd name="csY3" fmla="*/ 124492 h 106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9704" h="1065314">
                  <a:moveTo>
                    <a:pt x="0" y="1054196"/>
                  </a:moveTo>
                  <a:cubicBezTo>
                    <a:pt x="140990" y="702798"/>
                    <a:pt x="287054" y="-1078"/>
                    <a:pt x="422969" y="1"/>
                  </a:cubicBezTo>
                  <a:cubicBezTo>
                    <a:pt x="558884" y="1080"/>
                    <a:pt x="804959" y="1146998"/>
                    <a:pt x="815491" y="1060671"/>
                  </a:cubicBezTo>
                  <a:lnTo>
                    <a:pt x="929704" y="124492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5C49CC6-C633-049F-A094-E98E834E20CD}"/>
                </a:ext>
              </a:extLst>
            </p:cNvPr>
            <p:cNvSpPr/>
            <p:nvPr/>
          </p:nvSpPr>
          <p:spPr>
            <a:xfrm>
              <a:off x="2880296" y="1270000"/>
              <a:ext cx="2199704" cy="1271849"/>
            </a:xfrm>
            <a:custGeom>
              <a:avLst/>
              <a:gdLst>
                <a:gd name="csX0" fmla="*/ 0 w 2199704"/>
                <a:gd name="csY0" fmla="*/ 1270000 h 1271849"/>
                <a:gd name="csX1" fmla="*/ 1316898 w 2199704"/>
                <a:gd name="csY1" fmla="*/ 1172474 h 1271849"/>
                <a:gd name="csX2" fmla="*/ 455474 w 2199704"/>
                <a:gd name="csY2" fmla="*/ 1221320 h 1271849"/>
                <a:gd name="csX3" fmla="*/ 2199704 w 2199704"/>
                <a:gd name="csY3" fmla="*/ 0 h 127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1271849">
                  <a:moveTo>
                    <a:pt x="0" y="1270000"/>
                  </a:moveTo>
                  <a:lnTo>
                    <a:pt x="1316898" y="1172474"/>
                  </a:lnTo>
                  <a:cubicBezTo>
                    <a:pt x="1392810" y="1164361"/>
                    <a:pt x="255101" y="1361623"/>
                    <a:pt x="455474" y="1221320"/>
                  </a:cubicBezTo>
                  <a:lnTo>
                    <a:pt x="2199704" y="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DEDF3F5-DBAC-1FCB-C708-FAA698760FD1}"/>
                </a:ext>
              </a:extLst>
            </p:cNvPr>
            <p:cNvSpPr/>
            <p:nvPr/>
          </p:nvSpPr>
          <p:spPr>
            <a:xfrm>
              <a:off x="2880296" y="1237956"/>
              <a:ext cx="3469704" cy="1762113"/>
            </a:xfrm>
            <a:custGeom>
              <a:avLst/>
              <a:gdLst>
                <a:gd name="csX0" fmla="*/ 0 w 3469704"/>
                <a:gd name="csY0" fmla="*/ 1302044 h 1762113"/>
                <a:gd name="csX1" fmla="*/ 1168340 w 3469704"/>
                <a:gd name="csY1" fmla="*/ 1707324 h 1762113"/>
                <a:gd name="csX2" fmla="*/ 907798 w 3469704"/>
                <a:gd name="csY2" fmla="*/ 1892 h 1762113"/>
                <a:gd name="csX3" fmla="*/ 3469704 w 3469704"/>
                <a:gd name="csY3" fmla="*/ 372340 h 1762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1762113">
                  <a:moveTo>
                    <a:pt x="0" y="1302044"/>
                  </a:moveTo>
                  <a:cubicBezTo>
                    <a:pt x="389447" y="1437137"/>
                    <a:pt x="1017040" y="1924016"/>
                    <a:pt x="1168340" y="1707324"/>
                  </a:cubicBezTo>
                  <a:cubicBezTo>
                    <a:pt x="1319640" y="1490632"/>
                    <a:pt x="468940" y="-61566"/>
                    <a:pt x="907798" y="1892"/>
                  </a:cubicBezTo>
                  <a:lnTo>
                    <a:pt x="3469704" y="37234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533481-B95E-E22C-4784-6D9412F8842B}"/>
                </a:ext>
              </a:extLst>
            </p:cNvPr>
            <p:cNvSpPr/>
            <p:nvPr/>
          </p:nvSpPr>
          <p:spPr>
            <a:xfrm>
              <a:off x="2880296" y="1805017"/>
              <a:ext cx="4399408" cy="734981"/>
            </a:xfrm>
            <a:custGeom>
              <a:avLst/>
              <a:gdLst>
                <a:gd name="csX0" fmla="*/ 0 w 4399408"/>
                <a:gd name="csY0" fmla="*/ 734981 h 734981"/>
                <a:gd name="csX1" fmla="*/ 2758245 w 4399408"/>
                <a:gd name="csY1" fmla="*/ 505628 h 734981"/>
                <a:gd name="csX2" fmla="*/ 2130331 w 4399408"/>
                <a:gd name="csY2" fmla="*/ 10212 h 734981"/>
                <a:gd name="csX3" fmla="*/ 4399408 w 4399408"/>
                <a:gd name="csY3" fmla="*/ 734981 h 734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99408" h="734981">
                  <a:moveTo>
                    <a:pt x="0" y="734981"/>
                  </a:moveTo>
                  <a:cubicBezTo>
                    <a:pt x="919415" y="658530"/>
                    <a:pt x="2403190" y="626423"/>
                    <a:pt x="2758245" y="505628"/>
                  </a:cubicBezTo>
                  <a:cubicBezTo>
                    <a:pt x="3113300" y="384833"/>
                    <a:pt x="1867241" y="-73822"/>
                    <a:pt x="2130331" y="10212"/>
                  </a:cubicBezTo>
                  <a:lnTo>
                    <a:pt x="4399408" y="734981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7C88529-406A-DB3F-6A4C-B9DE20180CB9}"/>
                </a:ext>
              </a:extLst>
            </p:cNvPr>
            <p:cNvSpPr/>
            <p:nvPr/>
          </p:nvSpPr>
          <p:spPr>
            <a:xfrm>
              <a:off x="3504429" y="816692"/>
              <a:ext cx="1575571" cy="1037641"/>
            </a:xfrm>
            <a:custGeom>
              <a:avLst/>
              <a:gdLst>
                <a:gd name="csX0" fmla="*/ 305571 w 1575571"/>
                <a:gd name="csY0" fmla="*/ 793603 h 1037641"/>
                <a:gd name="csX1" fmla="*/ 208042 w 1575571"/>
                <a:gd name="csY1" fmla="*/ 1993 h 1037641"/>
                <a:gd name="csX2" fmla="*/ 79737 w 1575571"/>
                <a:gd name="csY2" fmla="*/ 1032680 h 1037641"/>
                <a:gd name="csX3" fmla="*/ 1575571 w 1575571"/>
                <a:gd name="csY3" fmla="*/ 453307 h 1037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75571" h="1037641">
                  <a:moveTo>
                    <a:pt x="305571" y="793603"/>
                  </a:moveTo>
                  <a:cubicBezTo>
                    <a:pt x="273061" y="529733"/>
                    <a:pt x="245681" y="-37853"/>
                    <a:pt x="208042" y="1993"/>
                  </a:cubicBezTo>
                  <a:cubicBezTo>
                    <a:pt x="170403" y="41839"/>
                    <a:pt x="-144074" y="1119367"/>
                    <a:pt x="79737" y="1032680"/>
                  </a:cubicBezTo>
                  <a:lnTo>
                    <a:pt x="1575571" y="453307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0058E6D-9DC1-FB98-3346-80B46C7D2369}"/>
                </a:ext>
              </a:extLst>
            </p:cNvPr>
            <p:cNvSpPr/>
            <p:nvPr/>
          </p:nvSpPr>
          <p:spPr>
            <a:xfrm>
              <a:off x="3810000" y="1549153"/>
              <a:ext cx="2540000" cy="178179"/>
            </a:xfrm>
            <a:custGeom>
              <a:avLst/>
              <a:gdLst>
                <a:gd name="csX0" fmla="*/ 0 w 2540000"/>
                <a:gd name="csY0" fmla="*/ 61143 h 178179"/>
                <a:gd name="csX1" fmla="*/ 1332907 w 2540000"/>
                <a:gd name="csY1" fmla="*/ 177366 h 178179"/>
                <a:gd name="csX2" fmla="*/ 730378 w 2540000"/>
                <a:gd name="csY2" fmla="*/ 194 h 178179"/>
                <a:gd name="csX3" fmla="*/ 2540000 w 2540000"/>
                <a:gd name="csY3" fmla="*/ 61143 h 178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0000" h="178179">
                  <a:moveTo>
                    <a:pt x="0" y="61143"/>
                  </a:moveTo>
                  <a:cubicBezTo>
                    <a:pt x="444302" y="99884"/>
                    <a:pt x="1211177" y="187524"/>
                    <a:pt x="1332907" y="177366"/>
                  </a:cubicBezTo>
                  <a:cubicBezTo>
                    <a:pt x="1454637" y="167208"/>
                    <a:pt x="528380" y="-6609"/>
                    <a:pt x="730378" y="194"/>
                  </a:cubicBezTo>
                  <a:lnTo>
                    <a:pt x="2540000" y="61143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98197BF-2761-954A-1234-FD011302BE6D}"/>
                </a:ext>
              </a:extLst>
            </p:cNvPr>
            <p:cNvSpPr/>
            <p:nvPr/>
          </p:nvSpPr>
          <p:spPr>
            <a:xfrm>
              <a:off x="3810000" y="1610296"/>
              <a:ext cx="3469704" cy="1238300"/>
            </a:xfrm>
            <a:custGeom>
              <a:avLst/>
              <a:gdLst>
                <a:gd name="csX0" fmla="*/ 0 w 3469704"/>
                <a:gd name="csY0" fmla="*/ 0 h 1238300"/>
                <a:gd name="csX1" fmla="*/ 2204158 w 3469704"/>
                <a:gd name="csY1" fmla="*/ 945504 h 1238300"/>
                <a:gd name="csX2" fmla="*/ 1542318 w 3469704"/>
                <a:gd name="csY2" fmla="*/ 1232755 h 1238300"/>
                <a:gd name="csX3" fmla="*/ 3469704 w 3469704"/>
                <a:gd name="csY3" fmla="*/ 929704 h 1238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69704" h="1238300">
                  <a:moveTo>
                    <a:pt x="0" y="0"/>
                  </a:moveTo>
                  <a:cubicBezTo>
                    <a:pt x="734719" y="315168"/>
                    <a:pt x="1947105" y="740045"/>
                    <a:pt x="2204158" y="945504"/>
                  </a:cubicBezTo>
                  <a:cubicBezTo>
                    <a:pt x="2461211" y="1150963"/>
                    <a:pt x="1333938" y="1265519"/>
                    <a:pt x="1542318" y="1232755"/>
                  </a:cubicBezTo>
                  <a:lnTo>
                    <a:pt x="3469704" y="92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C725C0A-610E-A593-BA79-B339E893CCE6}"/>
                </a:ext>
              </a:extLst>
            </p:cNvPr>
            <p:cNvSpPr/>
            <p:nvPr/>
          </p:nvSpPr>
          <p:spPr>
            <a:xfrm>
              <a:off x="5080000" y="644351"/>
              <a:ext cx="1270000" cy="1206024"/>
            </a:xfrm>
            <a:custGeom>
              <a:avLst/>
              <a:gdLst>
                <a:gd name="csX0" fmla="*/ 0 w 1270000"/>
                <a:gd name="csY0" fmla="*/ 625649 h 1206024"/>
                <a:gd name="csX1" fmla="*/ 1103643 w 1270000"/>
                <a:gd name="csY1" fmla="*/ 12003 h 1206024"/>
                <a:gd name="csX2" fmla="*/ 891358 w 1270000"/>
                <a:gd name="csY2" fmla="*/ 1201615 h 1206024"/>
                <a:gd name="csX3" fmla="*/ 1270000 w 1270000"/>
                <a:gd name="csY3" fmla="*/ 965945 h 1206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0000" h="1206024">
                  <a:moveTo>
                    <a:pt x="0" y="625649"/>
                  </a:moveTo>
                  <a:cubicBezTo>
                    <a:pt x="367881" y="421100"/>
                    <a:pt x="955083" y="-83991"/>
                    <a:pt x="1103643" y="12003"/>
                  </a:cubicBezTo>
                  <a:cubicBezTo>
                    <a:pt x="1252203" y="107997"/>
                    <a:pt x="754341" y="1286896"/>
                    <a:pt x="891358" y="1201615"/>
                  </a:cubicBezTo>
                  <a:lnTo>
                    <a:pt x="1270000" y="965945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930B06BB-2D3E-52E5-DC94-64D36589AE53}"/>
                </a:ext>
              </a:extLst>
            </p:cNvPr>
            <p:cNvSpPr/>
            <p:nvPr/>
          </p:nvSpPr>
          <p:spPr>
            <a:xfrm>
              <a:off x="5080000" y="1270000"/>
              <a:ext cx="2199704" cy="1270000"/>
            </a:xfrm>
            <a:custGeom>
              <a:avLst/>
              <a:gdLst>
                <a:gd name="csX0" fmla="*/ 0 w 2199704"/>
                <a:gd name="csY0" fmla="*/ 0 h 1270000"/>
                <a:gd name="csX1" fmla="*/ 177227 w 2199704"/>
                <a:gd name="csY1" fmla="*/ 503830 h 1270000"/>
                <a:gd name="csX2" fmla="*/ 913129 w 2199704"/>
                <a:gd name="csY2" fmla="*/ 206938 h 1270000"/>
                <a:gd name="csX3" fmla="*/ 2199704 w 2199704"/>
                <a:gd name="csY3" fmla="*/ 1270000 h 127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9704" h="1270000">
                  <a:moveTo>
                    <a:pt x="0" y="0"/>
                  </a:moveTo>
                  <a:cubicBezTo>
                    <a:pt x="59076" y="167943"/>
                    <a:pt x="25039" y="469340"/>
                    <a:pt x="177227" y="503830"/>
                  </a:cubicBezTo>
                  <a:cubicBezTo>
                    <a:pt x="329415" y="538320"/>
                    <a:pt x="635257" y="-22660"/>
                    <a:pt x="913129" y="206938"/>
                  </a:cubicBezTo>
                  <a:lnTo>
                    <a:pt x="2199704" y="1270000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39D55F7-355A-FE54-BCEF-06CED561B58F}"/>
                </a:ext>
              </a:extLst>
            </p:cNvPr>
            <p:cNvSpPr/>
            <p:nvPr/>
          </p:nvSpPr>
          <p:spPr>
            <a:xfrm>
              <a:off x="6350000" y="1610295"/>
              <a:ext cx="1407892" cy="1043484"/>
            </a:xfrm>
            <a:custGeom>
              <a:avLst/>
              <a:gdLst>
                <a:gd name="csX0" fmla="*/ 0 w 1407892"/>
                <a:gd name="csY0" fmla="*/ 0 h 1043484"/>
                <a:gd name="csX1" fmla="*/ 1389489 w 1407892"/>
                <a:gd name="csY1" fmla="*/ 1041281 h 1043484"/>
                <a:gd name="csX2" fmla="*/ 838424 w 1407892"/>
                <a:gd name="csY2" fmla="*/ 307878 h 1043484"/>
                <a:gd name="csX3" fmla="*/ 929704 w 1407892"/>
                <a:gd name="csY3" fmla="*/ 929704 h 1043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7892" h="1043484">
                  <a:moveTo>
                    <a:pt x="0" y="0"/>
                  </a:moveTo>
                  <a:cubicBezTo>
                    <a:pt x="463163" y="347094"/>
                    <a:pt x="1249752" y="989968"/>
                    <a:pt x="1389489" y="1041281"/>
                  </a:cubicBezTo>
                  <a:cubicBezTo>
                    <a:pt x="1529226" y="1092594"/>
                    <a:pt x="826971" y="229859"/>
                    <a:pt x="838424" y="307878"/>
                  </a:cubicBezTo>
                  <a:lnTo>
                    <a:pt x="929704" y="929704"/>
                  </a:lnTo>
                </a:path>
              </a:pathLst>
            </a:cu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1406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9076-3FFC-5EC5-2583-631FA7F1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Simplification through </a:t>
            </a:r>
            <a:r>
              <a:rPr lang="en-US" err="1"/>
              <a:t>organizataion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8DE5-5391-A368-FB01-E0A9F4368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65712E5-4A85-DBA7-A9E6-E1D93C62FD5F}"/>
              </a:ext>
            </a:extLst>
          </p:cNvPr>
          <p:cNvGrpSpPr/>
          <p:nvPr/>
        </p:nvGrpSpPr>
        <p:grpSpPr>
          <a:xfrm>
            <a:off x="4009292" y="1934310"/>
            <a:ext cx="4173416" cy="4173416"/>
            <a:chOff x="2349500" y="1079500"/>
            <a:chExt cx="5461000" cy="5461000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E027B61E-E0F9-63F3-3CCA-8B2A8433BC67}"/>
                </a:ext>
              </a:extLst>
            </p:cNvPr>
            <p:cNvCxnSpPr>
              <a:cxnSpLocks/>
              <a:stCxn id="183" idx="0"/>
              <a:endCxn id="185" idx="0"/>
            </p:cNvCxnSpPr>
            <p:nvPr/>
          </p:nvCxnSpPr>
          <p:spPr>
            <a:xfrm>
              <a:off x="6350000" y="1603946"/>
              <a:ext cx="92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43CCB52E-5D5D-DFBC-EC75-F1B1C5E34177}"/>
                </a:ext>
              </a:extLst>
            </p:cNvPr>
            <p:cNvCxnSpPr>
              <a:cxnSpLocks/>
              <a:stCxn id="181" idx="0"/>
              <a:endCxn id="185" idx="0"/>
            </p:cNvCxnSpPr>
            <p:nvPr/>
          </p:nvCxnSpPr>
          <p:spPr>
            <a:xfrm>
              <a:off x="5080000" y="1263650"/>
              <a:ext cx="219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AA3241CF-2135-00E4-80D6-E6E7C298653B}"/>
                </a:ext>
              </a:extLst>
            </p:cNvPr>
            <p:cNvCxnSpPr>
              <a:cxnSpLocks/>
              <a:stCxn id="181" idx="0"/>
              <a:endCxn id="183" idx="0"/>
            </p:cNvCxnSpPr>
            <p:nvPr/>
          </p:nvCxnSpPr>
          <p:spPr>
            <a:xfrm>
              <a:off x="5080000" y="1263650"/>
              <a:ext cx="1270000" cy="340296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1055CE84-B328-640A-1F02-D1C4A4C966D2}"/>
                </a:ext>
              </a:extLst>
            </p:cNvPr>
            <p:cNvCxnSpPr>
              <a:cxnSpLocks/>
              <a:stCxn id="179" idx="0"/>
              <a:endCxn id="185" idx="0"/>
            </p:cNvCxnSpPr>
            <p:nvPr/>
          </p:nvCxnSpPr>
          <p:spPr>
            <a:xfrm>
              <a:off x="3810000" y="1603946"/>
              <a:ext cx="346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20DBF5C-DDAB-8F47-0B7A-E486AEF47779}"/>
                </a:ext>
              </a:extLst>
            </p:cNvPr>
            <p:cNvCxnSpPr>
              <a:cxnSpLocks/>
              <a:stCxn id="179" idx="0"/>
              <a:endCxn id="183" idx="0"/>
            </p:cNvCxnSpPr>
            <p:nvPr/>
          </p:nvCxnSpPr>
          <p:spPr>
            <a:xfrm>
              <a:off x="3810000" y="1603946"/>
              <a:ext cx="2540000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99592007-8D52-20A1-FF03-C5A3359706B3}"/>
                </a:ext>
              </a:extLst>
            </p:cNvPr>
            <p:cNvCxnSpPr>
              <a:cxnSpLocks/>
              <a:stCxn id="179" idx="0"/>
              <a:endCxn id="181" idx="0"/>
            </p:cNvCxnSpPr>
            <p:nvPr/>
          </p:nvCxnSpPr>
          <p:spPr>
            <a:xfrm flipV="1">
              <a:off x="3810000" y="1263650"/>
              <a:ext cx="1270000" cy="340296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043EB8F5-B9CE-5E8B-E9DA-2D12714C1061}"/>
                </a:ext>
              </a:extLst>
            </p:cNvPr>
            <p:cNvCxnSpPr>
              <a:cxnSpLocks/>
              <a:stCxn id="177" idx="0"/>
              <a:endCxn id="185" idx="0"/>
            </p:cNvCxnSpPr>
            <p:nvPr/>
          </p:nvCxnSpPr>
          <p:spPr>
            <a:xfrm>
              <a:off x="2880296" y="2533650"/>
              <a:ext cx="4399408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AB872E45-D9DF-5599-DFE7-A12F7412BC31}"/>
                </a:ext>
              </a:extLst>
            </p:cNvPr>
            <p:cNvCxnSpPr>
              <a:cxnSpLocks/>
              <a:stCxn id="177" idx="0"/>
              <a:endCxn id="183" idx="0"/>
            </p:cNvCxnSpPr>
            <p:nvPr/>
          </p:nvCxnSpPr>
          <p:spPr>
            <a:xfrm flipV="1">
              <a:off x="2880296" y="1603946"/>
              <a:ext cx="346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8C8717C3-AE64-795F-7EAA-E02F10978103}"/>
                </a:ext>
              </a:extLst>
            </p:cNvPr>
            <p:cNvCxnSpPr>
              <a:cxnSpLocks/>
              <a:stCxn id="177" idx="0"/>
              <a:endCxn id="181" idx="0"/>
            </p:cNvCxnSpPr>
            <p:nvPr/>
          </p:nvCxnSpPr>
          <p:spPr>
            <a:xfrm flipV="1">
              <a:off x="2880296" y="1263650"/>
              <a:ext cx="219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153FFB52-87AB-EA02-6044-11447549D8D0}"/>
                </a:ext>
              </a:extLst>
            </p:cNvPr>
            <p:cNvCxnSpPr>
              <a:cxnSpLocks/>
              <a:stCxn id="177" idx="0"/>
              <a:endCxn id="179" idx="0"/>
            </p:cNvCxnSpPr>
            <p:nvPr/>
          </p:nvCxnSpPr>
          <p:spPr>
            <a:xfrm flipV="1">
              <a:off x="2880296" y="1603946"/>
              <a:ext cx="92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9EE2B528-3E50-7870-52D8-F1739FF9395F}"/>
                </a:ext>
              </a:extLst>
            </p:cNvPr>
            <p:cNvCxnSpPr>
              <a:cxnSpLocks/>
              <a:stCxn id="175" idx="0"/>
              <a:endCxn id="185" idx="0"/>
            </p:cNvCxnSpPr>
            <p:nvPr/>
          </p:nvCxnSpPr>
          <p:spPr>
            <a:xfrm flipV="1">
              <a:off x="2540000" y="2533650"/>
              <a:ext cx="473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9C6EC84-99CA-512C-A443-78F9DEB60CCC}"/>
                </a:ext>
              </a:extLst>
            </p:cNvPr>
            <p:cNvCxnSpPr>
              <a:cxnSpLocks/>
              <a:stCxn id="175" idx="0"/>
              <a:endCxn id="183" idx="0"/>
            </p:cNvCxnSpPr>
            <p:nvPr/>
          </p:nvCxnSpPr>
          <p:spPr>
            <a:xfrm flipV="1">
              <a:off x="2540000" y="1603946"/>
              <a:ext cx="381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272F56E3-87B1-EA31-5EEA-1760B9476F38}"/>
                </a:ext>
              </a:extLst>
            </p:cNvPr>
            <p:cNvCxnSpPr>
              <a:cxnSpLocks/>
              <a:stCxn id="175" idx="0"/>
              <a:endCxn id="181" idx="0"/>
            </p:cNvCxnSpPr>
            <p:nvPr/>
          </p:nvCxnSpPr>
          <p:spPr>
            <a:xfrm flipV="1">
              <a:off x="2540000" y="1263650"/>
              <a:ext cx="254000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1CC672D-29B4-4FB8-8911-BE14A40F0F01}"/>
                </a:ext>
              </a:extLst>
            </p:cNvPr>
            <p:cNvCxnSpPr>
              <a:cxnSpLocks/>
              <a:stCxn id="175" idx="0"/>
              <a:endCxn id="179" idx="0"/>
            </p:cNvCxnSpPr>
            <p:nvPr/>
          </p:nvCxnSpPr>
          <p:spPr>
            <a:xfrm flipV="1">
              <a:off x="2540000" y="1603946"/>
              <a:ext cx="127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468727D-E3C2-DCAF-FC9D-B0D1CB282F9A}"/>
                </a:ext>
              </a:extLst>
            </p:cNvPr>
            <p:cNvCxnSpPr>
              <a:cxnSpLocks/>
              <a:stCxn id="175" idx="0"/>
              <a:endCxn id="177" idx="0"/>
            </p:cNvCxnSpPr>
            <p:nvPr/>
          </p:nvCxnSpPr>
          <p:spPr>
            <a:xfrm flipV="1">
              <a:off x="2540000" y="2533650"/>
              <a:ext cx="340296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8705A5D1-54EA-107B-2FF1-D4E4007850D3}"/>
                </a:ext>
              </a:extLst>
            </p:cNvPr>
            <p:cNvCxnSpPr>
              <a:cxnSpLocks/>
              <a:stCxn id="173" idx="0"/>
              <a:endCxn id="185" idx="0"/>
            </p:cNvCxnSpPr>
            <p:nvPr/>
          </p:nvCxnSpPr>
          <p:spPr>
            <a:xfrm flipV="1">
              <a:off x="2880296" y="2533650"/>
              <a:ext cx="4399408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3BF4CD-7694-4ABE-EA0C-BD684C683898}"/>
                </a:ext>
              </a:extLst>
            </p:cNvPr>
            <p:cNvCxnSpPr>
              <a:cxnSpLocks/>
              <a:stCxn id="173" idx="0"/>
              <a:endCxn id="183" idx="0"/>
            </p:cNvCxnSpPr>
            <p:nvPr/>
          </p:nvCxnSpPr>
          <p:spPr>
            <a:xfrm flipV="1">
              <a:off x="2880296" y="1603946"/>
              <a:ext cx="346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C63D267-FDB5-C521-2875-F0F1248EBF56}"/>
                </a:ext>
              </a:extLst>
            </p:cNvPr>
            <p:cNvCxnSpPr>
              <a:cxnSpLocks/>
              <a:stCxn id="173" idx="0"/>
              <a:endCxn id="181" idx="0"/>
            </p:cNvCxnSpPr>
            <p:nvPr/>
          </p:nvCxnSpPr>
          <p:spPr>
            <a:xfrm flipV="1">
              <a:off x="2880296" y="1263650"/>
              <a:ext cx="2199704" cy="381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A075A11-7A0C-0CA7-9249-27B61F11A323}"/>
                </a:ext>
              </a:extLst>
            </p:cNvPr>
            <p:cNvCxnSpPr>
              <a:cxnSpLocks/>
              <a:stCxn id="173" idx="0"/>
              <a:endCxn id="179" idx="0"/>
            </p:cNvCxnSpPr>
            <p:nvPr/>
          </p:nvCxnSpPr>
          <p:spPr>
            <a:xfrm flipV="1">
              <a:off x="2880296" y="1603946"/>
              <a:ext cx="92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EC001659-FF68-8385-763C-3F351AA6ED17}"/>
                </a:ext>
              </a:extLst>
            </p:cNvPr>
            <p:cNvCxnSpPr>
              <a:cxnSpLocks/>
              <a:stCxn id="173" idx="0"/>
              <a:endCxn id="177" idx="0"/>
            </p:cNvCxnSpPr>
            <p:nvPr/>
          </p:nvCxnSpPr>
          <p:spPr>
            <a:xfrm flipV="1">
              <a:off x="2880296" y="2533650"/>
              <a:ext cx="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3E75F6C-BD0E-7ECD-FEE7-DA419EC91744}"/>
                </a:ext>
              </a:extLst>
            </p:cNvPr>
            <p:cNvCxnSpPr>
              <a:cxnSpLocks/>
              <a:stCxn id="173" idx="0"/>
              <a:endCxn id="175" idx="0"/>
            </p:cNvCxnSpPr>
            <p:nvPr/>
          </p:nvCxnSpPr>
          <p:spPr>
            <a:xfrm flipH="1" flipV="1">
              <a:off x="2540000" y="3803650"/>
              <a:ext cx="340296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DFE34824-A5A7-A503-610E-DFCD15F17672}"/>
                </a:ext>
              </a:extLst>
            </p:cNvPr>
            <p:cNvCxnSpPr>
              <a:cxnSpLocks/>
              <a:stCxn id="171" idx="0"/>
              <a:endCxn id="185" idx="0"/>
            </p:cNvCxnSpPr>
            <p:nvPr/>
          </p:nvCxnSpPr>
          <p:spPr>
            <a:xfrm flipV="1">
              <a:off x="3810000" y="2533650"/>
              <a:ext cx="346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3007CC17-E15C-3D7B-976F-D4E58427FA3A}"/>
                </a:ext>
              </a:extLst>
            </p:cNvPr>
            <p:cNvCxnSpPr>
              <a:cxnSpLocks/>
              <a:stCxn id="171" idx="0"/>
              <a:endCxn id="183" idx="0"/>
            </p:cNvCxnSpPr>
            <p:nvPr/>
          </p:nvCxnSpPr>
          <p:spPr>
            <a:xfrm flipV="1">
              <a:off x="3810000" y="1603946"/>
              <a:ext cx="2540000" cy="4399408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539C0DC-1008-BA6E-195E-7E01361EFD6E}"/>
                </a:ext>
              </a:extLst>
            </p:cNvPr>
            <p:cNvCxnSpPr>
              <a:cxnSpLocks/>
              <a:stCxn id="171" idx="0"/>
              <a:endCxn id="181" idx="0"/>
            </p:cNvCxnSpPr>
            <p:nvPr/>
          </p:nvCxnSpPr>
          <p:spPr>
            <a:xfrm flipV="1">
              <a:off x="3810000" y="1263650"/>
              <a:ext cx="1270000" cy="473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5F13D801-E9E8-5DE3-BF12-15A330DD2B59}"/>
                </a:ext>
              </a:extLst>
            </p:cNvPr>
            <p:cNvCxnSpPr>
              <a:cxnSpLocks/>
              <a:stCxn id="171" idx="0"/>
              <a:endCxn id="179" idx="0"/>
            </p:cNvCxnSpPr>
            <p:nvPr/>
          </p:nvCxnSpPr>
          <p:spPr>
            <a:xfrm flipV="1">
              <a:off x="3810000" y="1603946"/>
              <a:ext cx="0" cy="4399408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4F64F81D-37BB-052C-8918-79019C79A0D9}"/>
                </a:ext>
              </a:extLst>
            </p:cNvPr>
            <p:cNvCxnSpPr>
              <a:cxnSpLocks/>
              <a:stCxn id="171" idx="0"/>
              <a:endCxn id="177" idx="0"/>
            </p:cNvCxnSpPr>
            <p:nvPr/>
          </p:nvCxnSpPr>
          <p:spPr>
            <a:xfrm flipH="1" flipV="1">
              <a:off x="2880296" y="2533650"/>
              <a:ext cx="92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A1716DAF-32A2-F201-8939-149E6A59BFDF}"/>
                </a:ext>
              </a:extLst>
            </p:cNvPr>
            <p:cNvCxnSpPr>
              <a:cxnSpLocks/>
              <a:stCxn id="171" idx="0"/>
              <a:endCxn id="175" idx="0"/>
            </p:cNvCxnSpPr>
            <p:nvPr/>
          </p:nvCxnSpPr>
          <p:spPr>
            <a:xfrm flipH="1" flipV="1">
              <a:off x="2540000" y="3803650"/>
              <a:ext cx="127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E105D865-1276-1D9E-4407-CC97E21BE10C}"/>
                </a:ext>
              </a:extLst>
            </p:cNvPr>
            <p:cNvCxnSpPr>
              <a:cxnSpLocks/>
              <a:stCxn id="171" idx="0"/>
              <a:endCxn id="173" idx="0"/>
            </p:cNvCxnSpPr>
            <p:nvPr/>
          </p:nvCxnSpPr>
          <p:spPr>
            <a:xfrm flipH="1" flipV="1">
              <a:off x="2880296" y="5073650"/>
              <a:ext cx="92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32B1E5D9-FD12-225E-5492-1A4D71953221}"/>
                </a:ext>
              </a:extLst>
            </p:cNvPr>
            <p:cNvCxnSpPr>
              <a:cxnSpLocks/>
              <a:stCxn id="169" idx="0"/>
              <a:endCxn id="185" idx="0"/>
            </p:cNvCxnSpPr>
            <p:nvPr/>
          </p:nvCxnSpPr>
          <p:spPr>
            <a:xfrm flipV="1">
              <a:off x="5080000" y="2533650"/>
              <a:ext cx="2199704" cy="381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12A52399-6F5A-89B2-5F7D-D3C0494928DD}"/>
                </a:ext>
              </a:extLst>
            </p:cNvPr>
            <p:cNvCxnSpPr>
              <a:cxnSpLocks/>
              <a:stCxn id="169" idx="0"/>
              <a:endCxn id="183" idx="0"/>
            </p:cNvCxnSpPr>
            <p:nvPr/>
          </p:nvCxnSpPr>
          <p:spPr>
            <a:xfrm flipV="1">
              <a:off x="5080000" y="1603946"/>
              <a:ext cx="1270000" cy="473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5D2033F4-FF27-6D40-03FB-3F6048587A92}"/>
                </a:ext>
              </a:extLst>
            </p:cNvPr>
            <p:cNvCxnSpPr>
              <a:cxnSpLocks/>
              <a:stCxn id="169" idx="0"/>
              <a:endCxn id="181" idx="0"/>
            </p:cNvCxnSpPr>
            <p:nvPr/>
          </p:nvCxnSpPr>
          <p:spPr>
            <a:xfrm flipV="1">
              <a:off x="5080000" y="1263650"/>
              <a:ext cx="0" cy="508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0F20DA93-E2D4-E7A6-B0D3-BCDBDEF2821D}"/>
                </a:ext>
              </a:extLst>
            </p:cNvPr>
            <p:cNvCxnSpPr>
              <a:cxnSpLocks/>
              <a:stCxn id="169" idx="0"/>
              <a:endCxn id="179" idx="0"/>
            </p:cNvCxnSpPr>
            <p:nvPr/>
          </p:nvCxnSpPr>
          <p:spPr>
            <a:xfrm flipH="1" flipV="1">
              <a:off x="3810000" y="1603946"/>
              <a:ext cx="1270000" cy="473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049F0C1-4A32-7EE8-876B-75461918380B}"/>
                </a:ext>
              </a:extLst>
            </p:cNvPr>
            <p:cNvCxnSpPr>
              <a:cxnSpLocks/>
              <a:stCxn id="169" idx="0"/>
              <a:endCxn id="177" idx="0"/>
            </p:cNvCxnSpPr>
            <p:nvPr/>
          </p:nvCxnSpPr>
          <p:spPr>
            <a:xfrm flipH="1" flipV="1">
              <a:off x="2880296" y="2533650"/>
              <a:ext cx="2199704" cy="381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D4546742-E0C8-1BCA-48BD-5CAD489E514D}"/>
                </a:ext>
              </a:extLst>
            </p:cNvPr>
            <p:cNvCxnSpPr>
              <a:cxnSpLocks/>
              <a:stCxn id="169" idx="0"/>
              <a:endCxn id="175" idx="0"/>
            </p:cNvCxnSpPr>
            <p:nvPr/>
          </p:nvCxnSpPr>
          <p:spPr>
            <a:xfrm flipH="1" flipV="1">
              <a:off x="2540000" y="3803650"/>
              <a:ext cx="254000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53F84300-1929-C4BB-51E6-4B1FDB5A0DA3}"/>
                </a:ext>
              </a:extLst>
            </p:cNvPr>
            <p:cNvCxnSpPr>
              <a:cxnSpLocks/>
              <a:stCxn id="169" idx="0"/>
              <a:endCxn id="173" idx="0"/>
            </p:cNvCxnSpPr>
            <p:nvPr/>
          </p:nvCxnSpPr>
          <p:spPr>
            <a:xfrm flipH="1" flipV="1">
              <a:off x="2880296" y="5073650"/>
              <a:ext cx="219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B8952955-8334-9806-E78E-0703E8807927}"/>
                </a:ext>
              </a:extLst>
            </p:cNvPr>
            <p:cNvCxnSpPr>
              <a:cxnSpLocks/>
              <a:stCxn id="169" idx="0"/>
              <a:endCxn id="171" idx="0"/>
            </p:cNvCxnSpPr>
            <p:nvPr/>
          </p:nvCxnSpPr>
          <p:spPr>
            <a:xfrm flipH="1" flipV="1">
              <a:off x="3810000" y="6003354"/>
              <a:ext cx="1270000" cy="340296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326AFC1-4758-C785-77BA-85DE5D231C22}"/>
                </a:ext>
              </a:extLst>
            </p:cNvPr>
            <p:cNvCxnSpPr>
              <a:cxnSpLocks/>
              <a:stCxn id="167" idx="0"/>
              <a:endCxn id="185" idx="0"/>
            </p:cNvCxnSpPr>
            <p:nvPr/>
          </p:nvCxnSpPr>
          <p:spPr>
            <a:xfrm flipV="1">
              <a:off x="6350000" y="2533650"/>
              <a:ext cx="92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5A228975-FF9E-97BB-D04C-DDF862D71EDC}"/>
                </a:ext>
              </a:extLst>
            </p:cNvPr>
            <p:cNvCxnSpPr>
              <a:cxnSpLocks/>
              <a:stCxn id="167" idx="0"/>
              <a:endCxn id="183" idx="0"/>
            </p:cNvCxnSpPr>
            <p:nvPr/>
          </p:nvCxnSpPr>
          <p:spPr>
            <a:xfrm flipV="1">
              <a:off x="6350000" y="1603946"/>
              <a:ext cx="0" cy="4399408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08400BF6-E1BE-6285-231B-CF64F53B3F4B}"/>
                </a:ext>
              </a:extLst>
            </p:cNvPr>
            <p:cNvCxnSpPr>
              <a:cxnSpLocks/>
              <a:stCxn id="167" idx="0"/>
              <a:endCxn id="181" idx="0"/>
            </p:cNvCxnSpPr>
            <p:nvPr/>
          </p:nvCxnSpPr>
          <p:spPr>
            <a:xfrm flipH="1" flipV="1">
              <a:off x="5080000" y="1263650"/>
              <a:ext cx="1270000" cy="473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89588832-9877-21B8-D37F-5496309DCE9F}"/>
                </a:ext>
              </a:extLst>
            </p:cNvPr>
            <p:cNvCxnSpPr>
              <a:cxnSpLocks/>
              <a:stCxn id="167" idx="0"/>
              <a:endCxn id="179" idx="0"/>
            </p:cNvCxnSpPr>
            <p:nvPr/>
          </p:nvCxnSpPr>
          <p:spPr>
            <a:xfrm flipH="1" flipV="1">
              <a:off x="3810000" y="1603946"/>
              <a:ext cx="2540000" cy="4399408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D7DBB962-937E-C8C7-B347-BFF5465D3304}"/>
                </a:ext>
              </a:extLst>
            </p:cNvPr>
            <p:cNvCxnSpPr>
              <a:cxnSpLocks/>
              <a:stCxn id="167" idx="0"/>
              <a:endCxn id="177" idx="0"/>
            </p:cNvCxnSpPr>
            <p:nvPr/>
          </p:nvCxnSpPr>
          <p:spPr>
            <a:xfrm flipH="1" flipV="1">
              <a:off x="2880296" y="2533650"/>
              <a:ext cx="346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223A8426-BCD1-F76A-2DB8-B50CCC13B3BA}"/>
                </a:ext>
              </a:extLst>
            </p:cNvPr>
            <p:cNvCxnSpPr>
              <a:cxnSpLocks/>
              <a:stCxn id="167" idx="0"/>
              <a:endCxn id="175" idx="0"/>
            </p:cNvCxnSpPr>
            <p:nvPr/>
          </p:nvCxnSpPr>
          <p:spPr>
            <a:xfrm flipH="1" flipV="1">
              <a:off x="2540000" y="3803650"/>
              <a:ext cx="381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D7C02EE2-37F6-1053-1ABA-14641B532D94}"/>
                </a:ext>
              </a:extLst>
            </p:cNvPr>
            <p:cNvCxnSpPr>
              <a:cxnSpLocks/>
              <a:stCxn id="167" idx="0"/>
              <a:endCxn id="173" idx="0"/>
            </p:cNvCxnSpPr>
            <p:nvPr/>
          </p:nvCxnSpPr>
          <p:spPr>
            <a:xfrm flipH="1" flipV="1">
              <a:off x="2880296" y="5073650"/>
              <a:ext cx="346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04CA5A21-C7B2-3425-EF1A-A34289693811}"/>
                </a:ext>
              </a:extLst>
            </p:cNvPr>
            <p:cNvCxnSpPr>
              <a:cxnSpLocks/>
              <a:stCxn id="167" idx="0"/>
              <a:endCxn id="171" idx="0"/>
            </p:cNvCxnSpPr>
            <p:nvPr/>
          </p:nvCxnSpPr>
          <p:spPr>
            <a:xfrm flipH="1">
              <a:off x="3810000" y="6003354"/>
              <a:ext cx="2540000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146B89A-A672-4BC0-9B81-516427CE23ED}"/>
                </a:ext>
              </a:extLst>
            </p:cNvPr>
            <p:cNvCxnSpPr>
              <a:cxnSpLocks/>
              <a:stCxn id="167" idx="0"/>
              <a:endCxn id="169" idx="0"/>
            </p:cNvCxnSpPr>
            <p:nvPr/>
          </p:nvCxnSpPr>
          <p:spPr>
            <a:xfrm flipH="1">
              <a:off x="5080000" y="6003354"/>
              <a:ext cx="1270000" cy="340296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D89B34A3-05C1-18ED-CF96-F5D271BF90D9}"/>
                </a:ext>
              </a:extLst>
            </p:cNvPr>
            <p:cNvCxnSpPr>
              <a:cxnSpLocks/>
              <a:stCxn id="165" idx="0"/>
              <a:endCxn id="185" idx="0"/>
            </p:cNvCxnSpPr>
            <p:nvPr/>
          </p:nvCxnSpPr>
          <p:spPr>
            <a:xfrm flipV="1">
              <a:off x="7279704" y="2533650"/>
              <a:ext cx="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2A1FF05E-5DCE-8443-CDDD-B15A32E0AF4C}"/>
                </a:ext>
              </a:extLst>
            </p:cNvPr>
            <p:cNvCxnSpPr>
              <a:cxnSpLocks/>
              <a:stCxn id="165" idx="0"/>
              <a:endCxn id="183" idx="0"/>
            </p:cNvCxnSpPr>
            <p:nvPr/>
          </p:nvCxnSpPr>
          <p:spPr>
            <a:xfrm flipH="1" flipV="1">
              <a:off x="6350000" y="1603946"/>
              <a:ext cx="92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6926FE7-E95C-263F-FFCF-93BE7EDE71A0}"/>
                </a:ext>
              </a:extLst>
            </p:cNvPr>
            <p:cNvCxnSpPr>
              <a:cxnSpLocks/>
              <a:stCxn id="165" idx="0"/>
              <a:endCxn id="181" idx="0"/>
            </p:cNvCxnSpPr>
            <p:nvPr/>
          </p:nvCxnSpPr>
          <p:spPr>
            <a:xfrm flipH="1" flipV="1">
              <a:off x="5080000" y="1263650"/>
              <a:ext cx="2199704" cy="381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16E64620-29DE-F3A9-9EE1-44363E2B56B4}"/>
                </a:ext>
              </a:extLst>
            </p:cNvPr>
            <p:cNvCxnSpPr>
              <a:cxnSpLocks/>
              <a:stCxn id="165" idx="0"/>
              <a:endCxn id="179" idx="0"/>
            </p:cNvCxnSpPr>
            <p:nvPr/>
          </p:nvCxnSpPr>
          <p:spPr>
            <a:xfrm flipH="1" flipV="1">
              <a:off x="3810000" y="1603946"/>
              <a:ext cx="346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2B0E4840-CCC9-25B3-0413-0748A236F9D2}"/>
                </a:ext>
              </a:extLst>
            </p:cNvPr>
            <p:cNvCxnSpPr>
              <a:cxnSpLocks/>
              <a:stCxn id="165" idx="0"/>
              <a:endCxn id="177" idx="0"/>
            </p:cNvCxnSpPr>
            <p:nvPr/>
          </p:nvCxnSpPr>
          <p:spPr>
            <a:xfrm flipH="1" flipV="1">
              <a:off x="2880296" y="2533650"/>
              <a:ext cx="4399408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9F2D1571-C416-6D65-F7E8-F5319ABC17ED}"/>
                </a:ext>
              </a:extLst>
            </p:cNvPr>
            <p:cNvCxnSpPr>
              <a:cxnSpLocks/>
              <a:stCxn id="165" idx="0"/>
              <a:endCxn id="175" idx="0"/>
            </p:cNvCxnSpPr>
            <p:nvPr/>
          </p:nvCxnSpPr>
          <p:spPr>
            <a:xfrm flipH="1" flipV="1">
              <a:off x="2540000" y="3803650"/>
              <a:ext cx="473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893E74E5-CDE2-17FC-D73B-801576ECB996}"/>
                </a:ext>
              </a:extLst>
            </p:cNvPr>
            <p:cNvCxnSpPr>
              <a:cxnSpLocks/>
              <a:stCxn id="165" idx="0"/>
              <a:endCxn id="173" idx="0"/>
            </p:cNvCxnSpPr>
            <p:nvPr/>
          </p:nvCxnSpPr>
          <p:spPr>
            <a:xfrm flipH="1">
              <a:off x="2880296" y="5073650"/>
              <a:ext cx="4399408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EF837DB4-2BFA-538F-3FD0-17CC889C5363}"/>
                </a:ext>
              </a:extLst>
            </p:cNvPr>
            <p:cNvCxnSpPr>
              <a:cxnSpLocks/>
              <a:stCxn id="165" idx="0"/>
              <a:endCxn id="171" idx="0"/>
            </p:cNvCxnSpPr>
            <p:nvPr/>
          </p:nvCxnSpPr>
          <p:spPr>
            <a:xfrm flipH="1">
              <a:off x="3810000" y="5073650"/>
              <a:ext cx="346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7828CD29-D73F-6B35-24A4-070F7575CD92}"/>
                </a:ext>
              </a:extLst>
            </p:cNvPr>
            <p:cNvCxnSpPr>
              <a:cxnSpLocks/>
              <a:stCxn id="165" idx="0"/>
              <a:endCxn id="169" idx="0"/>
            </p:cNvCxnSpPr>
            <p:nvPr/>
          </p:nvCxnSpPr>
          <p:spPr>
            <a:xfrm flipH="1">
              <a:off x="5080000" y="5073650"/>
              <a:ext cx="219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3F75309D-DE1D-7FC1-1633-95BDB95A8D35}"/>
                </a:ext>
              </a:extLst>
            </p:cNvPr>
            <p:cNvCxnSpPr>
              <a:cxnSpLocks/>
              <a:stCxn id="165" idx="0"/>
              <a:endCxn id="167" idx="0"/>
            </p:cNvCxnSpPr>
            <p:nvPr/>
          </p:nvCxnSpPr>
          <p:spPr>
            <a:xfrm flipH="1">
              <a:off x="6350000" y="5073650"/>
              <a:ext cx="92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20950385-8311-512A-B791-502192070F26}"/>
                </a:ext>
              </a:extLst>
            </p:cNvPr>
            <p:cNvCxnSpPr>
              <a:cxnSpLocks/>
              <a:stCxn id="163" idx="0"/>
              <a:endCxn id="185" idx="0"/>
            </p:cNvCxnSpPr>
            <p:nvPr/>
          </p:nvCxnSpPr>
          <p:spPr>
            <a:xfrm flipH="1" flipV="1">
              <a:off x="7279704" y="2533650"/>
              <a:ext cx="340296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38A70857-FEB0-E6CC-50CE-D6ECB213CDDD}"/>
                </a:ext>
              </a:extLst>
            </p:cNvPr>
            <p:cNvCxnSpPr>
              <a:cxnSpLocks/>
              <a:stCxn id="163" idx="0"/>
              <a:endCxn id="183" idx="0"/>
            </p:cNvCxnSpPr>
            <p:nvPr/>
          </p:nvCxnSpPr>
          <p:spPr>
            <a:xfrm flipH="1" flipV="1">
              <a:off x="6350000" y="1603946"/>
              <a:ext cx="127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B84DCEB4-AF82-D50F-402A-9ECCFD8024D0}"/>
                </a:ext>
              </a:extLst>
            </p:cNvPr>
            <p:cNvCxnSpPr>
              <a:cxnSpLocks/>
              <a:stCxn id="163" idx="0"/>
              <a:endCxn id="181" idx="0"/>
            </p:cNvCxnSpPr>
            <p:nvPr/>
          </p:nvCxnSpPr>
          <p:spPr>
            <a:xfrm flipH="1" flipV="1">
              <a:off x="5080000" y="1263650"/>
              <a:ext cx="254000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08452722-2159-619C-C7AA-50282AE396A1}"/>
                </a:ext>
              </a:extLst>
            </p:cNvPr>
            <p:cNvCxnSpPr>
              <a:cxnSpLocks/>
              <a:stCxn id="163" idx="0"/>
              <a:endCxn id="179" idx="0"/>
            </p:cNvCxnSpPr>
            <p:nvPr/>
          </p:nvCxnSpPr>
          <p:spPr>
            <a:xfrm flipH="1" flipV="1">
              <a:off x="3810000" y="1603946"/>
              <a:ext cx="381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A99B5A3C-12C2-B30C-EE92-085128535F95}"/>
                </a:ext>
              </a:extLst>
            </p:cNvPr>
            <p:cNvCxnSpPr>
              <a:cxnSpLocks/>
              <a:stCxn id="163" idx="0"/>
              <a:endCxn id="177" idx="0"/>
            </p:cNvCxnSpPr>
            <p:nvPr/>
          </p:nvCxnSpPr>
          <p:spPr>
            <a:xfrm flipH="1" flipV="1">
              <a:off x="2880296" y="2533650"/>
              <a:ext cx="473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CF5BD33D-D987-F8AE-A05B-CE7085D67CE1}"/>
                </a:ext>
              </a:extLst>
            </p:cNvPr>
            <p:cNvCxnSpPr>
              <a:cxnSpLocks/>
              <a:stCxn id="163" idx="0"/>
              <a:endCxn id="175" idx="0"/>
            </p:cNvCxnSpPr>
            <p:nvPr/>
          </p:nvCxnSpPr>
          <p:spPr>
            <a:xfrm flipH="1">
              <a:off x="2540000" y="3803650"/>
              <a:ext cx="5080000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36091587-F186-E05F-D3C3-65666667CD68}"/>
                </a:ext>
              </a:extLst>
            </p:cNvPr>
            <p:cNvCxnSpPr>
              <a:cxnSpLocks/>
              <a:stCxn id="163" idx="0"/>
              <a:endCxn id="173" idx="0"/>
            </p:cNvCxnSpPr>
            <p:nvPr/>
          </p:nvCxnSpPr>
          <p:spPr>
            <a:xfrm flipH="1">
              <a:off x="2880296" y="3803650"/>
              <a:ext cx="473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CC0018F2-C763-D716-47A6-BD216D201D7B}"/>
                </a:ext>
              </a:extLst>
            </p:cNvPr>
            <p:cNvCxnSpPr>
              <a:cxnSpLocks/>
              <a:stCxn id="163" idx="0"/>
              <a:endCxn id="171" idx="0"/>
            </p:cNvCxnSpPr>
            <p:nvPr/>
          </p:nvCxnSpPr>
          <p:spPr>
            <a:xfrm flipH="1">
              <a:off x="3810000" y="3803650"/>
              <a:ext cx="381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002B29AF-AD3A-F67B-7FFD-0379B5CF0023}"/>
                </a:ext>
              </a:extLst>
            </p:cNvPr>
            <p:cNvCxnSpPr>
              <a:cxnSpLocks/>
              <a:stCxn id="163" idx="0"/>
              <a:endCxn id="169" idx="0"/>
            </p:cNvCxnSpPr>
            <p:nvPr/>
          </p:nvCxnSpPr>
          <p:spPr>
            <a:xfrm flipH="1">
              <a:off x="5080000" y="3803650"/>
              <a:ext cx="254000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B3899B18-1D62-E732-41B7-E2BDB9D05296}"/>
                </a:ext>
              </a:extLst>
            </p:cNvPr>
            <p:cNvCxnSpPr>
              <a:cxnSpLocks/>
              <a:stCxn id="163" idx="0"/>
              <a:endCxn id="167" idx="0"/>
            </p:cNvCxnSpPr>
            <p:nvPr/>
          </p:nvCxnSpPr>
          <p:spPr>
            <a:xfrm flipH="1">
              <a:off x="6350000" y="3803650"/>
              <a:ext cx="127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36FCA880-41B5-EC91-A5CE-BE19FB3D1A04}"/>
                </a:ext>
              </a:extLst>
            </p:cNvPr>
            <p:cNvCxnSpPr>
              <a:cxnSpLocks/>
              <a:stCxn id="163" idx="0"/>
              <a:endCxn id="165" idx="0"/>
            </p:cNvCxnSpPr>
            <p:nvPr/>
          </p:nvCxnSpPr>
          <p:spPr>
            <a:xfrm flipH="1">
              <a:off x="7279704" y="3803650"/>
              <a:ext cx="340296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FC5619DE-56D2-0A44-D33B-86F94231707B}"/>
                </a:ext>
              </a:extLst>
            </p:cNvPr>
            <p:cNvSpPr/>
            <p:nvPr/>
          </p:nvSpPr>
          <p:spPr>
            <a:xfrm>
              <a:off x="7429500" y="361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0F4CAA4E-1F50-157D-F597-FEDBD0773BDF}"/>
                </a:ext>
              </a:extLst>
            </p:cNvPr>
            <p:cNvSpPr/>
            <p:nvPr/>
          </p:nvSpPr>
          <p:spPr>
            <a:xfrm>
              <a:off x="7613650" y="380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E874074-4B69-7F9B-61F0-5FED2DF738EC}"/>
                </a:ext>
              </a:extLst>
            </p:cNvPr>
            <p:cNvSpPr/>
            <p:nvPr/>
          </p:nvSpPr>
          <p:spPr>
            <a:xfrm>
              <a:off x="7089204" y="488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2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E08181B-A74F-8796-5432-795390664F76}"/>
                </a:ext>
              </a:extLst>
            </p:cNvPr>
            <p:cNvSpPr/>
            <p:nvPr/>
          </p:nvSpPr>
          <p:spPr>
            <a:xfrm>
              <a:off x="7273354" y="507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Diamond 165">
              <a:extLst>
                <a:ext uri="{FF2B5EF4-FFF2-40B4-BE49-F238E27FC236}">
                  <a16:creationId xmlns:a16="http://schemas.microsoft.com/office/drawing/2014/main" id="{625A7625-B4EF-7066-E3D6-74D2B4C66EDF}"/>
                </a:ext>
              </a:extLst>
            </p:cNvPr>
            <p:cNvSpPr/>
            <p:nvPr/>
          </p:nvSpPr>
          <p:spPr>
            <a:xfrm>
              <a:off x="6159500" y="5819204"/>
              <a:ext cx="381000" cy="381000"/>
            </a:xfrm>
            <a:prstGeom prst="diamond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3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343FEF0-53F8-C720-037F-CAE127E4C39D}"/>
                </a:ext>
              </a:extLst>
            </p:cNvPr>
            <p:cNvSpPr/>
            <p:nvPr/>
          </p:nvSpPr>
          <p:spPr>
            <a:xfrm>
              <a:off x="6343650" y="6003354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lowchart: Merge 167">
              <a:extLst>
                <a:ext uri="{FF2B5EF4-FFF2-40B4-BE49-F238E27FC236}">
                  <a16:creationId xmlns:a16="http://schemas.microsoft.com/office/drawing/2014/main" id="{B0D03568-84C0-3391-CF1A-E02AB2888067}"/>
                </a:ext>
              </a:extLst>
            </p:cNvPr>
            <p:cNvSpPr/>
            <p:nvPr/>
          </p:nvSpPr>
          <p:spPr>
            <a:xfrm>
              <a:off x="4889500" y="6159500"/>
              <a:ext cx="381000" cy="381000"/>
            </a:xfrm>
            <a:prstGeom prst="flowChartMerg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4</a:t>
              </a: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12ED962-17B2-E3AD-5EA0-5A2BB4012FD4}"/>
                </a:ext>
              </a:extLst>
            </p:cNvPr>
            <p:cNvSpPr/>
            <p:nvPr/>
          </p:nvSpPr>
          <p:spPr>
            <a:xfrm>
              <a:off x="5073650" y="634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CD92CDB1-4AEA-59F1-E2CD-471506221A2B}"/>
                </a:ext>
              </a:extLst>
            </p:cNvPr>
            <p:cNvSpPr/>
            <p:nvPr/>
          </p:nvSpPr>
          <p:spPr>
            <a:xfrm>
              <a:off x="3619500" y="5819204"/>
              <a:ext cx="381000" cy="3810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5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65D67954-A77A-43E2-5504-6CC6B28F2E0A}"/>
                </a:ext>
              </a:extLst>
            </p:cNvPr>
            <p:cNvSpPr/>
            <p:nvPr/>
          </p:nvSpPr>
          <p:spPr>
            <a:xfrm>
              <a:off x="3803650" y="6003354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Diamond 171">
              <a:extLst>
                <a:ext uri="{FF2B5EF4-FFF2-40B4-BE49-F238E27FC236}">
                  <a16:creationId xmlns:a16="http://schemas.microsoft.com/office/drawing/2014/main" id="{4E2124D0-D322-824D-9940-26E5AB4C3476}"/>
                </a:ext>
              </a:extLst>
            </p:cNvPr>
            <p:cNvSpPr/>
            <p:nvPr/>
          </p:nvSpPr>
          <p:spPr>
            <a:xfrm>
              <a:off x="2689796" y="4889500"/>
              <a:ext cx="381000" cy="381000"/>
            </a:xfrm>
            <a:prstGeom prst="diamond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6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5C6CFFEA-0180-49FC-33DB-1911E26F3987}"/>
                </a:ext>
              </a:extLst>
            </p:cNvPr>
            <p:cNvSpPr/>
            <p:nvPr/>
          </p:nvSpPr>
          <p:spPr>
            <a:xfrm>
              <a:off x="2873946" y="507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Pentagon 173">
              <a:extLst>
                <a:ext uri="{FF2B5EF4-FFF2-40B4-BE49-F238E27FC236}">
                  <a16:creationId xmlns:a16="http://schemas.microsoft.com/office/drawing/2014/main" id="{28A7A6B0-08B8-6804-2580-CEA15D10DBB1}"/>
                </a:ext>
              </a:extLst>
            </p:cNvPr>
            <p:cNvSpPr/>
            <p:nvPr/>
          </p:nvSpPr>
          <p:spPr>
            <a:xfrm>
              <a:off x="2349500" y="3619500"/>
              <a:ext cx="381000" cy="381000"/>
            </a:xfrm>
            <a:prstGeom prst="pentagon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7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9B9351C-113E-177D-C3A0-0A69AA4B0AF2}"/>
                </a:ext>
              </a:extLst>
            </p:cNvPr>
            <p:cNvSpPr/>
            <p:nvPr/>
          </p:nvSpPr>
          <p:spPr>
            <a:xfrm>
              <a:off x="2533650" y="380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E06719EF-42E1-085F-E55A-72945E67E9A5}"/>
                </a:ext>
              </a:extLst>
            </p:cNvPr>
            <p:cNvSpPr/>
            <p:nvPr/>
          </p:nvSpPr>
          <p:spPr>
            <a:xfrm>
              <a:off x="2689796" y="2349500"/>
              <a:ext cx="381000" cy="3810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8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E9150D3-EEB7-F701-76A6-C2BFD1D12680}"/>
                </a:ext>
              </a:extLst>
            </p:cNvPr>
            <p:cNvSpPr/>
            <p:nvPr/>
          </p:nvSpPr>
          <p:spPr>
            <a:xfrm>
              <a:off x="2873946" y="253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Flowchart: Merge 177">
              <a:extLst>
                <a:ext uri="{FF2B5EF4-FFF2-40B4-BE49-F238E27FC236}">
                  <a16:creationId xmlns:a16="http://schemas.microsoft.com/office/drawing/2014/main" id="{52444ACB-A54A-343E-5A0A-B9A21548DD3F}"/>
                </a:ext>
              </a:extLst>
            </p:cNvPr>
            <p:cNvSpPr/>
            <p:nvPr/>
          </p:nvSpPr>
          <p:spPr>
            <a:xfrm>
              <a:off x="3619500" y="1419796"/>
              <a:ext cx="381000" cy="381000"/>
            </a:xfrm>
            <a:prstGeom prst="flowChartMerg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9</a:t>
              </a: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487038BC-E5DC-ACF1-EAFD-1ADFDE78D99B}"/>
                </a:ext>
              </a:extLst>
            </p:cNvPr>
            <p:cNvSpPr/>
            <p:nvPr/>
          </p:nvSpPr>
          <p:spPr>
            <a:xfrm>
              <a:off x="3803650" y="1603946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Diamond 179">
              <a:extLst>
                <a:ext uri="{FF2B5EF4-FFF2-40B4-BE49-F238E27FC236}">
                  <a16:creationId xmlns:a16="http://schemas.microsoft.com/office/drawing/2014/main" id="{8155D9F3-D7CB-098B-68A8-570F463D3B31}"/>
                </a:ext>
              </a:extLst>
            </p:cNvPr>
            <p:cNvSpPr/>
            <p:nvPr/>
          </p:nvSpPr>
          <p:spPr>
            <a:xfrm>
              <a:off x="4889500" y="1079500"/>
              <a:ext cx="381000" cy="381000"/>
            </a:xfrm>
            <a:prstGeom prst="diamond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10</a:t>
              </a: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B94B159F-4392-E483-BEEC-8AFF4763DCEF}"/>
                </a:ext>
              </a:extLst>
            </p:cNvPr>
            <p:cNvSpPr/>
            <p:nvPr/>
          </p:nvSpPr>
          <p:spPr>
            <a:xfrm>
              <a:off x="5073650" y="126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Pentagon 181">
              <a:extLst>
                <a:ext uri="{FF2B5EF4-FFF2-40B4-BE49-F238E27FC236}">
                  <a16:creationId xmlns:a16="http://schemas.microsoft.com/office/drawing/2014/main" id="{4C26D508-AC75-0AE2-C4E7-292AA5A8B515}"/>
                </a:ext>
              </a:extLst>
            </p:cNvPr>
            <p:cNvSpPr/>
            <p:nvPr/>
          </p:nvSpPr>
          <p:spPr>
            <a:xfrm>
              <a:off x="6159500" y="1419796"/>
              <a:ext cx="381000" cy="381000"/>
            </a:xfrm>
            <a:prstGeom prst="pentagon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11</a:t>
              </a: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350C1798-5EE0-E7B6-7941-62ECB7ABB0E7}"/>
                </a:ext>
              </a:extLst>
            </p:cNvPr>
            <p:cNvSpPr/>
            <p:nvPr/>
          </p:nvSpPr>
          <p:spPr>
            <a:xfrm>
              <a:off x="6343650" y="1603946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Flowchart: Merge 183">
              <a:extLst>
                <a:ext uri="{FF2B5EF4-FFF2-40B4-BE49-F238E27FC236}">
                  <a16:creationId xmlns:a16="http://schemas.microsoft.com/office/drawing/2014/main" id="{9D2E12C2-65C1-09B7-B940-2EC1AF118A8A}"/>
                </a:ext>
              </a:extLst>
            </p:cNvPr>
            <p:cNvSpPr/>
            <p:nvPr/>
          </p:nvSpPr>
          <p:spPr>
            <a:xfrm>
              <a:off x="7089204" y="2349500"/>
              <a:ext cx="381000" cy="381000"/>
            </a:xfrm>
            <a:prstGeom prst="flowChartMerg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12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994B9A3-23A4-A579-FEE9-A0A16E3277C8}"/>
                </a:ext>
              </a:extLst>
            </p:cNvPr>
            <p:cNvSpPr/>
            <p:nvPr/>
          </p:nvSpPr>
          <p:spPr>
            <a:xfrm>
              <a:off x="7273354" y="253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5235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B1EC7476-2F3F-B5F7-9441-1F58C2EA21FB}"/>
              </a:ext>
            </a:extLst>
          </p:cNvPr>
          <p:cNvGrpSpPr/>
          <p:nvPr/>
        </p:nvGrpSpPr>
        <p:grpSpPr>
          <a:xfrm>
            <a:off x="3365500" y="698500"/>
            <a:ext cx="5461000" cy="5461000"/>
            <a:chOff x="2349500" y="1079500"/>
            <a:chExt cx="5461000" cy="5461000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A9254C2E-3AE9-DE42-E14A-7B7FCF9CDF90}"/>
                </a:ext>
              </a:extLst>
            </p:cNvPr>
            <p:cNvCxnSpPr>
              <a:cxnSpLocks/>
              <a:stCxn id="181" idx="0"/>
              <a:endCxn id="183" idx="0"/>
            </p:cNvCxnSpPr>
            <p:nvPr/>
          </p:nvCxnSpPr>
          <p:spPr>
            <a:xfrm>
              <a:off x="6350000" y="1603946"/>
              <a:ext cx="92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3EAD2A6-C56D-4FC6-DFC3-563047201C14}"/>
                </a:ext>
              </a:extLst>
            </p:cNvPr>
            <p:cNvCxnSpPr>
              <a:cxnSpLocks/>
              <a:stCxn id="179" idx="0"/>
              <a:endCxn id="183" idx="0"/>
            </p:cNvCxnSpPr>
            <p:nvPr/>
          </p:nvCxnSpPr>
          <p:spPr>
            <a:xfrm>
              <a:off x="5080000" y="1263650"/>
              <a:ext cx="219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0FF7B22-8E1E-55C5-AF81-B88370DE6639}"/>
                </a:ext>
              </a:extLst>
            </p:cNvPr>
            <p:cNvCxnSpPr>
              <a:cxnSpLocks/>
              <a:stCxn id="179" idx="0"/>
              <a:endCxn id="181" idx="0"/>
            </p:cNvCxnSpPr>
            <p:nvPr/>
          </p:nvCxnSpPr>
          <p:spPr>
            <a:xfrm>
              <a:off x="5080000" y="1263650"/>
              <a:ext cx="1270000" cy="340296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B3A1A7A-82B3-9022-43D5-06F407560532}"/>
                </a:ext>
              </a:extLst>
            </p:cNvPr>
            <p:cNvCxnSpPr>
              <a:cxnSpLocks/>
              <a:stCxn id="177" idx="0"/>
              <a:endCxn id="183" idx="0"/>
            </p:cNvCxnSpPr>
            <p:nvPr/>
          </p:nvCxnSpPr>
          <p:spPr>
            <a:xfrm>
              <a:off x="3810000" y="1603946"/>
              <a:ext cx="346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3A9DF8C-D45F-2393-F443-6D2538A9FD4F}"/>
                </a:ext>
              </a:extLst>
            </p:cNvPr>
            <p:cNvCxnSpPr>
              <a:cxnSpLocks/>
              <a:stCxn id="177" idx="0"/>
              <a:endCxn id="181" idx="0"/>
            </p:cNvCxnSpPr>
            <p:nvPr/>
          </p:nvCxnSpPr>
          <p:spPr>
            <a:xfrm>
              <a:off x="3810000" y="1603946"/>
              <a:ext cx="2540000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E5845150-739C-A705-6538-CAC77227768B}"/>
                </a:ext>
              </a:extLst>
            </p:cNvPr>
            <p:cNvCxnSpPr>
              <a:cxnSpLocks/>
              <a:stCxn id="177" idx="0"/>
              <a:endCxn id="179" idx="0"/>
            </p:cNvCxnSpPr>
            <p:nvPr/>
          </p:nvCxnSpPr>
          <p:spPr>
            <a:xfrm flipV="1">
              <a:off x="3810000" y="1263650"/>
              <a:ext cx="1270000" cy="340296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DF2B0594-C3E7-DC8D-3147-2165240B4FC7}"/>
                </a:ext>
              </a:extLst>
            </p:cNvPr>
            <p:cNvCxnSpPr>
              <a:cxnSpLocks/>
              <a:stCxn id="175" idx="0"/>
              <a:endCxn id="183" idx="0"/>
            </p:cNvCxnSpPr>
            <p:nvPr/>
          </p:nvCxnSpPr>
          <p:spPr>
            <a:xfrm>
              <a:off x="2880296" y="2533650"/>
              <a:ext cx="4399408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5DC8BE1A-B021-32D4-52A5-9B1C30661B71}"/>
                </a:ext>
              </a:extLst>
            </p:cNvPr>
            <p:cNvCxnSpPr>
              <a:cxnSpLocks/>
              <a:stCxn id="175" idx="0"/>
              <a:endCxn id="181" idx="0"/>
            </p:cNvCxnSpPr>
            <p:nvPr/>
          </p:nvCxnSpPr>
          <p:spPr>
            <a:xfrm flipV="1">
              <a:off x="2880296" y="1603946"/>
              <a:ext cx="346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CC9D50B-E292-832B-410B-735BAE423695}"/>
                </a:ext>
              </a:extLst>
            </p:cNvPr>
            <p:cNvCxnSpPr>
              <a:cxnSpLocks/>
              <a:stCxn id="175" idx="0"/>
              <a:endCxn id="179" idx="0"/>
            </p:cNvCxnSpPr>
            <p:nvPr/>
          </p:nvCxnSpPr>
          <p:spPr>
            <a:xfrm flipV="1">
              <a:off x="2880296" y="1263650"/>
              <a:ext cx="219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4BEF6B93-34CF-ECD3-F0EE-919229E9D6FB}"/>
                </a:ext>
              </a:extLst>
            </p:cNvPr>
            <p:cNvCxnSpPr>
              <a:cxnSpLocks/>
              <a:stCxn id="175" idx="0"/>
              <a:endCxn id="177" idx="0"/>
            </p:cNvCxnSpPr>
            <p:nvPr/>
          </p:nvCxnSpPr>
          <p:spPr>
            <a:xfrm flipV="1">
              <a:off x="2880296" y="1603946"/>
              <a:ext cx="92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B7519F1-86EF-C915-FBD3-48D5215126C9}"/>
                </a:ext>
              </a:extLst>
            </p:cNvPr>
            <p:cNvCxnSpPr>
              <a:cxnSpLocks/>
              <a:stCxn id="173" idx="0"/>
              <a:endCxn id="183" idx="0"/>
            </p:cNvCxnSpPr>
            <p:nvPr/>
          </p:nvCxnSpPr>
          <p:spPr>
            <a:xfrm flipV="1">
              <a:off x="2540000" y="2533650"/>
              <a:ext cx="473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70B176AE-A86A-C438-AF4F-B9ABAD7A1861}"/>
                </a:ext>
              </a:extLst>
            </p:cNvPr>
            <p:cNvCxnSpPr>
              <a:cxnSpLocks/>
              <a:stCxn id="173" idx="0"/>
              <a:endCxn id="181" idx="0"/>
            </p:cNvCxnSpPr>
            <p:nvPr/>
          </p:nvCxnSpPr>
          <p:spPr>
            <a:xfrm flipV="1">
              <a:off x="2540000" y="1603946"/>
              <a:ext cx="381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CFEEE89-3727-7A69-09D3-9973EFD517A6}"/>
                </a:ext>
              </a:extLst>
            </p:cNvPr>
            <p:cNvCxnSpPr>
              <a:cxnSpLocks/>
              <a:stCxn id="173" idx="0"/>
              <a:endCxn id="179" idx="0"/>
            </p:cNvCxnSpPr>
            <p:nvPr/>
          </p:nvCxnSpPr>
          <p:spPr>
            <a:xfrm flipV="1">
              <a:off x="2540000" y="1263650"/>
              <a:ext cx="254000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9BEB6842-37C5-FC61-6E36-93891EFC9AAF}"/>
                </a:ext>
              </a:extLst>
            </p:cNvPr>
            <p:cNvCxnSpPr>
              <a:cxnSpLocks/>
              <a:stCxn id="173" idx="0"/>
              <a:endCxn id="177" idx="0"/>
            </p:cNvCxnSpPr>
            <p:nvPr/>
          </p:nvCxnSpPr>
          <p:spPr>
            <a:xfrm flipV="1">
              <a:off x="2540000" y="1603946"/>
              <a:ext cx="127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899A553-1685-111B-9BDD-A69E5933D575}"/>
                </a:ext>
              </a:extLst>
            </p:cNvPr>
            <p:cNvCxnSpPr>
              <a:cxnSpLocks/>
              <a:stCxn id="173" idx="0"/>
              <a:endCxn id="175" idx="0"/>
            </p:cNvCxnSpPr>
            <p:nvPr/>
          </p:nvCxnSpPr>
          <p:spPr>
            <a:xfrm flipV="1">
              <a:off x="2540000" y="2533650"/>
              <a:ext cx="340296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E3AEE937-5A1D-F2ED-3AC1-78894E89C1B9}"/>
                </a:ext>
              </a:extLst>
            </p:cNvPr>
            <p:cNvCxnSpPr>
              <a:cxnSpLocks/>
              <a:stCxn id="171" idx="0"/>
              <a:endCxn id="183" idx="0"/>
            </p:cNvCxnSpPr>
            <p:nvPr/>
          </p:nvCxnSpPr>
          <p:spPr>
            <a:xfrm flipV="1">
              <a:off x="2880296" y="2533650"/>
              <a:ext cx="4399408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AD0EB56B-5EC0-04E0-D257-6B64694E50B3}"/>
                </a:ext>
              </a:extLst>
            </p:cNvPr>
            <p:cNvCxnSpPr>
              <a:cxnSpLocks/>
              <a:stCxn id="171" idx="0"/>
              <a:endCxn id="181" idx="0"/>
            </p:cNvCxnSpPr>
            <p:nvPr/>
          </p:nvCxnSpPr>
          <p:spPr>
            <a:xfrm flipV="1">
              <a:off x="2880296" y="1603946"/>
              <a:ext cx="346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D966517-81A7-51DB-20AA-10CD7A2085C1}"/>
                </a:ext>
              </a:extLst>
            </p:cNvPr>
            <p:cNvCxnSpPr>
              <a:cxnSpLocks/>
              <a:stCxn id="171" idx="0"/>
              <a:endCxn id="179" idx="0"/>
            </p:cNvCxnSpPr>
            <p:nvPr/>
          </p:nvCxnSpPr>
          <p:spPr>
            <a:xfrm flipV="1">
              <a:off x="2880296" y="1263650"/>
              <a:ext cx="2199704" cy="381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AA056715-145B-B752-3BD0-5508716C2535}"/>
                </a:ext>
              </a:extLst>
            </p:cNvPr>
            <p:cNvCxnSpPr>
              <a:cxnSpLocks/>
              <a:stCxn id="171" idx="0"/>
              <a:endCxn id="177" idx="0"/>
            </p:cNvCxnSpPr>
            <p:nvPr/>
          </p:nvCxnSpPr>
          <p:spPr>
            <a:xfrm flipV="1">
              <a:off x="2880296" y="1603946"/>
              <a:ext cx="92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27858B6-8BD2-538B-F885-B4A756CFD072}"/>
                </a:ext>
              </a:extLst>
            </p:cNvPr>
            <p:cNvCxnSpPr>
              <a:cxnSpLocks/>
              <a:stCxn id="171" idx="0"/>
              <a:endCxn id="175" idx="0"/>
            </p:cNvCxnSpPr>
            <p:nvPr/>
          </p:nvCxnSpPr>
          <p:spPr>
            <a:xfrm flipV="1">
              <a:off x="2880296" y="2533650"/>
              <a:ext cx="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60406A2-7585-55DA-E4CC-6E5B3A09706B}"/>
                </a:ext>
              </a:extLst>
            </p:cNvPr>
            <p:cNvCxnSpPr>
              <a:cxnSpLocks/>
              <a:stCxn id="171" idx="0"/>
              <a:endCxn id="173" idx="0"/>
            </p:cNvCxnSpPr>
            <p:nvPr/>
          </p:nvCxnSpPr>
          <p:spPr>
            <a:xfrm flipH="1" flipV="1">
              <a:off x="2540000" y="3803650"/>
              <a:ext cx="340296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C0BE3ADB-75A5-B437-F38B-940EF395F810}"/>
                </a:ext>
              </a:extLst>
            </p:cNvPr>
            <p:cNvCxnSpPr>
              <a:cxnSpLocks/>
              <a:stCxn id="169" idx="0"/>
              <a:endCxn id="183" idx="0"/>
            </p:cNvCxnSpPr>
            <p:nvPr/>
          </p:nvCxnSpPr>
          <p:spPr>
            <a:xfrm flipV="1">
              <a:off x="3810000" y="2533650"/>
              <a:ext cx="346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BE55DA0E-8D5F-04AD-3F7E-A3497E53DB36}"/>
                </a:ext>
              </a:extLst>
            </p:cNvPr>
            <p:cNvCxnSpPr>
              <a:cxnSpLocks/>
              <a:stCxn id="169" idx="0"/>
              <a:endCxn id="181" idx="0"/>
            </p:cNvCxnSpPr>
            <p:nvPr/>
          </p:nvCxnSpPr>
          <p:spPr>
            <a:xfrm flipV="1">
              <a:off x="3810000" y="1603946"/>
              <a:ext cx="2540000" cy="4399408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349DFB29-0C97-0EEA-0A65-9376290FAB31}"/>
                </a:ext>
              </a:extLst>
            </p:cNvPr>
            <p:cNvCxnSpPr>
              <a:cxnSpLocks/>
              <a:stCxn id="169" idx="0"/>
              <a:endCxn id="179" idx="0"/>
            </p:cNvCxnSpPr>
            <p:nvPr/>
          </p:nvCxnSpPr>
          <p:spPr>
            <a:xfrm flipV="1">
              <a:off x="3810000" y="1263650"/>
              <a:ext cx="1270000" cy="473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20B80D7D-DF72-8C92-2893-DB5B4127AA5E}"/>
                </a:ext>
              </a:extLst>
            </p:cNvPr>
            <p:cNvCxnSpPr>
              <a:cxnSpLocks/>
              <a:stCxn id="169" idx="0"/>
              <a:endCxn id="177" idx="0"/>
            </p:cNvCxnSpPr>
            <p:nvPr/>
          </p:nvCxnSpPr>
          <p:spPr>
            <a:xfrm flipV="1">
              <a:off x="3810000" y="1603946"/>
              <a:ext cx="0" cy="4399408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1E75714F-758F-76A8-FC65-63BC0C2C5D34}"/>
                </a:ext>
              </a:extLst>
            </p:cNvPr>
            <p:cNvCxnSpPr>
              <a:cxnSpLocks/>
              <a:stCxn id="169" idx="0"/>
              <a:endCxn id="175" idx="0"/>
            </p:cNvCxnSpPr>
            <p:nvPr/>
          </p:nvCxnSpPr>
          <p:spPr>
            <a:xfrm flipH="1" flipV="1">
              <a:off x="2880296" y="2533650"/>
              <a:ext cx="92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BC15A00-919D-2EB9-DE3E-DBFC6AFCB8E3}"/>
                </a:ext>
              </a:extLst>
            </p:cNvPr>
            <p:cNvCxnSpPr>
              <a:cxnSpLocks/>
              <a:stCxn id="169" idx="0"/>
              <a:endCxn id="173" idx="0"/>
            </p:cNvCxnSpPr>
            <p:nvPr/>
          </p:nvCxnSpPr>
          <p:spPr>
            <a:xfrm flipH="1" flipV="1">
              <a:off x="2540000" y="3803650"/>
              <a:ext cx="127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7CF47BD-94D0-125A-CD21-75DDECF02BE0}"/>
                </a:ext>
              </a:extLst>
            </p:cNvPr>
            <p:cNvCxnSpPr>
              <a:cxnSpLocks/>
              <a:stCxn id="169" idx="0"/>
              <a:endCxn id="171" idx="0"/>
            </p:cNvCxnSpPr>
            <p:nvPr/>
          </p:nvCxnSpPr>
          <p:spPr>
            <a:xfrm flipH="1" flipV="1">
              <a:off x="2880296" y="5073650"/>
              <a:ext cx="92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BA375AE8-5CF3-032A-DA1A-9F24ED627B21}"/>
                </a:ext>
              </a:extLst>
            </p:cNvPr>
            <p:cNvCxnSpPr>
              <a:cxnSpLocks/>
              <a:stCxn id="167" idx="0"/>
              <a:endCxn id="183" idx="0"/>
            </p:cNvCxnSpPr>
            <p:nvPr/>
          </p:nvCxnSpPr>
          <p:spPr>
            <a:xfrm flipV="1">
              <a:off x="5080000" y="2533650"/>
              <a:ext cx="2199704" cy="381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8AD0F4E5-371E-9AE7-E982-21D479607F25}"/>
                </a:ext>
              </a:extLst>
            </p:cNvPr>
            <p:cNvCxnSpPr>
              <a:cxnSpLocks/>
              <a:stCxn id="167" idx="0"/>
              <a:endCxn id="181" idx="0"/>
            </p:cNvCxnSpPr>
            <p:nvPr/>
          </p:nvCxnSpPr>
          <p:spPr>
            <a:xfrm flipV="1">
              <a:off x="5080000" y="1603946"/>
              <a:ext cx="1270000" cy="473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C4944A5B-49B6-8A63-482B-9390EB6E39F8}"/>
                </a:ext>
              </a:extLst>
            </p:cNvPr>
            <p:cNvCxnSpPr>
              <a:cxnSpLocks/>
              <a:stCxn id="167" idx="0"/>
              <a:endCxn id="179" idx="0"/>
            </p:cNvCxnSpPr>
            <p:nvPr/>
          </p:nvCxnSpPr>
          <p:spPr>
            <a:xfrm flipV="1">
              <a:off x="5080000" y="1263650"/>
              <a:ext cx="0" cy="508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36C9B823-5489-52C4-7B33-048E40C43375}"/>
                </a:ext>
              </a:extLst>
            </p:cNvPr>
            <p:cNvCxnSpPr>
              <a:cxnSpLocks/>
              <a:stCxn id="167" idx="0"/>
              <a:endCxn id="177" idx="0"/>
            </p:cNvCxnSpPr>
            <p:nvPr/>
          </p:nvCxnSpPr>
          <p:spPr>
            <a:xfrm flipH="1" flipV="1">
              <a:off x="3810000" y="1603946"/>
              <a:ext cx="1270000" cy="473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389BA5E3-4D3D-C4CF-3BAC-2F26ADC81859}"/>
                </a:ext>
              </a:extLst>
            </p:cNvPr>
            <p:cNvCxnSpPr>
              <a:cxnSpLocks/>
              <a:stCxn id="167" idx="0"/>
              <a:endCxn id="175" idx="0"/>
            </p:cNvCxnSpPr>
            <p:nvPr/>
          </p:nvCxnSpPr>
          <p:spPr>
            <a:xfrm flipH="1" flipV="1">
              <a:off x="2880296" y="2533650"/>
              <a:ext cx="2199704" cy="381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AFA3ACB-602B-99A5-0B43-EC7E92EB3858}"/>
                </a:ext>
              </a:extLst>
            </p:cNvPr>
            <p:cNvCxnSpPr>
              <a:cxnSpLocks/>
              <a:stCxn id="167" idx="0"/>
              <a:endCxn id="173" idx="0"/>
            </p:cNvCxnSpPr>
            <p:nvPr/>
          </p:nvCxnSpPr>
          <p:spPr>
            <a:xfrm flipH="1" flipV="1">
              <a:off x="2540000" y="3803650"/>
              <a:ext cx="254000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837A62E7-974C-1E88-F0A2-C191F1B7602E}"/>
                </a:ext>
              </a:extLst>
            </p:cNvPr>
            <p:cNvCxnSpPr>
              <a:cxnSpLocks/>
              <a:stCxn id="167" idx="0"/>
              <a:endCxn id="171" idx="0"/>
            </p:cNvCxnSpPr>
            <p:nvPr/>
          </p:nvCxnSpPr>
          <p:spPr>
            <a:xfrm flipH="1" flipV="1">
              <a:off x="2880296" y="5073650"/>
              <a:ext cx="219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5A2A0435-1A54-1D6F-757E-7331EB13C6C4}"/>
                </a:ext>
              </a:extLst>
            </p:cNvPr>
            <p:cNvCxnSpPr>
              <a:cxnSpLocks/>
              <a:stCxn id="167" idx="0"/>
              <a:endCxn id="169" idx="0"/>
            </p:cNvCxnSpPr>
            <p:nvPr/>
          </p:nvCxnSpPr>
          <p:spPr>
            <a:xfrm flipH="1" flipV="1">
              <a:off x="3810000" y="6003354"/>
              <a:ext cx="1270000" cy="340296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F3A9F013-0E97-9A03-CEF7-99B73C837439}"/>
                </a:ext>
              </a:extLst>
            </p:cNvPr>
            <p:cNvCxnSpPr>
              <a:cxnSpLocks/>
              <a:stCxn id="165" idx="0"/>
              <a:endCxn id="183" idx="0"/>
            </p:cNvCxnSpPr>
            <p:nvPr/>
          </p:nvCxnSpPr>
          <p:spPr>
            <a:xfrm flipV="1">
              <a:off x="6350000" y="2533650"/>
              <a:ext cx="92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372E206-D91A-841C-3917-41942FC79AA2}"/>
                </a:ext>
              </a:extLst>
            </p:cNvPr>
            <p:cNvCxnSpPr>
              <a:cxnSpLocks/>
              <a:stCxn id="165" idx="0"/>
              <a:endCxn id="181" idx="0"/>
            </p:cNvCxnSpPr>
            <p:nvPr/>
          </p:nvCxnSpPr>
          <p:spPr>
            <a:xfrm flipV="1">
              <a:off x="6350000" y="1603946"/>
              <a:ext cx="0" cy="4399408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0921BC02-9465-D4D9-E389-5954DDFFA8CC}"/>
                </a:ext>
              </a:extLst>
            </p:cNvPr>
            <p:cNvCxnSpPr>
              <a:cxnSpLocks/>
              <a:stCxn id="165" idx="0"/>
              <a:endCxn id="179" idx="0"/>
            </p:cNvCxnSpPr>
            <p:nvPr/>
          </p:nvCxnSpPr>
          <p:spPr>
            <a:xfrm flipH="1" flipV="1">
              <a:off x="5080000" y="1263650"/>
              <a:ext cx="1270000" cy="473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C2DD86FD-4EDE-C576-FF18-40E9399635FE}"/>
                </a:ext>
              </a:extLst>
            </p:cNvPr>
            <p:cNvCxnSpPr>
              <a:cxnSpLocks/>
              <a:stCxn id="165" idx="0"/>
              <a:endCxn id="177" idx="0"/>
            </p:cNvCxnSpPr>
            <p:nvPr/>
          </p:nvCxnSpPr>
          <p:spPr>
            <a:xfrm flipH="1" flipV="1">
              <a:off x="3810000" y="1603946"/>
              <a:ext cx="2540000" cy="4399408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958796A-8FAE-A68D-1101-C2EB09EC5CEE}"/>
                </a:ext>
              </a:extLst>
            </p:cNvPr>
            <p:cNvCxnSpPr>
              <a:cxnSpLocks/>
              <a:stCxn id="165" idx="0"/>
              <a:endCxn id="175" idx="0"/>
            </p:cNvCxnSpPr>
            <p:nvPr/>
          </p:nvCxnSpPr>
          <p:spPr>
            <a:xfrm flipH="1" flipV="1">
              <a:off x="2880296" y="2533650"/>
              <a:ext cx="346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843F12B8-F22B-818A-21C1-4DAABD6C5D31}"/>
                </a:ext>
              </a:extLst>
            </p:cNvPr>
            <p:cNvCxnSpPr>
              <a:cxnSpLocks/>
              <a:stCxn id="165" idx="0"/>
              <a:endCxn id="173" idx="0"/>
            </p:cNvCxnSpPr>
            <p:nvPr/>
          </p:nvCxnSpPr>
          <p:spPr>
            <a:xfrm flipH="1" flipV="1">
              <a:off x="2540000" y="3803650"/>
              <a:ext cx="381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C9BB73E5-30FF-EB7B-6786-9AA16A790D49}"/>
                </a:ext>
              </a:extLst>
            </p:cNvPr>
            <p:cNvCxnSpPr>
              <a:cxnSpLocks/>
              <a:stCxn id="165" idx="0"/>
              <a:endCxn id="171" idx="0"/>
            </p:cNvCxnSpPr>
            <p:nvPr/>
          </p:nvCxnSpPr>
          <p:spPr>
            <a:xfrm flipH="1" flipV="1">
              <a:off x="2880296" y="5073650"/>
              <a:ext cx="346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8439C967-8F96-DE6B-2628-2CA86195F698}"/>
                </a:ext>
              </a:extLst>
            </p:cNvPr>
            <p:cNvCxnSpPr>
              <a:cxnSpLocks/>
              <a:stCxn id="165" idx="0"/>
              <a:endCxn id="169" idx="0"/>
            </p:cNvCxnSpPr>
            <p:nvPr/>
          </p:nvCxnSpPr>
          <p:spPr>
            <a:xfrm flipH="1">
              <a:off x="3810000" y="6003354"/>
              <a:ext cx="2540000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6EE0991-9558-EA90-C22F-F9F693B8ADC5}"/>
                </a:ext>
              </a:extLst>
            </p:cNvPr>
            <p:cNvCxnSpPr>
              <a:cxnSpLocks/>
              <a:stCxn id="165" idx="0"/>
              <a:endCxn id="167" idx="0"/>
            </p:cNvCxnSpPr>
            <p:nvPr/>
          </p:nvCxnSpPr>
          <p:spPr>
            <a:xfrm flipH="1">
              <a:off x="5080000" y="6003354"/>
              <a:ext cx="1270000" cy="340296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159B4D87-7F9B-2E7F-5EA5-F74525A486E2}"/>
                </a:ext>
              </a:extLst>
            </p:cNvPr>
            <p:cNvCxnSpPr>
              <a:cxnSpLocks/>
              <a:stCxn id="163" idx="0"/>
              <a:endCxn id="183" idx="0"/>
            </p:cNvCxnSpPr>
            <p:nvPr/>
          </p:nvCxnSpPr>
          <p:spPr>
            <a:xfrm flipV="1">
              <a:off x="7279704" y="2533650"/>
              <a:ext cx="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102B0331-E6C9-2160-03CA-FF049EA666F9}"/>
                </a:ext>
              </a:extLst>
            </p:cNvPr>
            <p:cNvCxnSpPr>
              <a:cxnSpLocks/>
              <a:stCxn id="163" idx="0"/>
              <a:endCxn id="181" idx="0"/>
            </p:cNvCxnSpPr>
            <p:nvPr/>
          </p:nvCxnSpPr>
          <p:spPr>
            <a:xfrm flipH="1" flipV="1">
              <a:off x="6350000" y="1603946"/>
              <a:ext cx="92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2D41F1A3-7FC9-0CB9-C919-BD70E124784E}"/>
                </a:ext>
              </a:extLst>
            </p:cNvPr>
            <p:cNvCxnSpPr>
              <a:cxnSpLocks/>
              <a:stCxn id="163" idx="0"/>
              <a:endCxn id="179" idx="0"/>
            </p:cNvCxnSpPr>
            <p:nvPr/>
          </p:nvCxnSpPr>
          <p:spPr>
            <a:xfrm flipH="1" flipV="1">
              <a:off x="5080000" y="1263650"/>
              <a:ext cx="2199704" cy="381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88597568-3F97-5BAF-C2F7-66F6EFF933E2}"/>
                </a:ext>
              </a:extLst>
            </p:cNvPr>
            <p:cNvCxnSpPr>
              <a:cxnSpLocks/>
              <a:stCxn id="163" idx="0"/>
              <a:endCxn id="177" idx="0"/>
            </p:cNvCxnSpPr>
            <p:nvPr/>
          </p:nvCxnSpPr>
          <p:spPr>
            <a:xfrm flipH="1" flipV="1">
              <a:off x="3810000" y="1603946"/>
              <a:ext cx="3469704" cy="346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2B1FA2FB-7AE2-8BA2-D6D1-CBAA40BD4791}"/>
                </a:ext>
              </a:extLst>
            </p:cNvPr>
            <p:cNvCxnSpPr>
              <a:cxnSpLocks/>
              <a:stCxn id="163" idx="0"/>
              <a:endCxn id="175" idx="0"/>
            </p:cNvCxnSpPr>
            <p:nvPr/>
          </p:nvCxnSpPr>
          <p:spPr>
            <a:xfrm flipH="1" flipV="1">
              <a:off x="2880296" y="2533650"/>
              <a:ext cx="4399408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C794187F-D364-71A3-D93C-FBA37935E5CC}"/>
                </a:ext>
              </a:extLst>
            </p:cNvPr>
            <p:cNvCxnSpPr>
              <a:cxnSpLocks/>
              <a:stCxn id="163" idx="0"/>
              <a:endCxn id="173" idx="0"/>
            </p:cNvCxnSpPr>
            <p:nvPr/>
          </p:nvCxnSpPr>
          <p:spPr>
            <a:xfrm flipH="1" flipV="1">
              <a:off x="2540000" y="3803650"/>
              <a:ext cx="473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C9749D5F-C93B-BE29-933D-17400AAB063C}"/>
                </a:ext>
              </a:extLst>
            </p:cNvPr>
            <p:cNvCxnSpPr>
              <a:cxnSpLocks/>
              <a:stCxn id="163" idx="0"/>
              <a:endCxn id="171" idx="0"/>
            </p:cNvCxnSpPr>
            <p:nvPr/>
          </p:nvCxnSpPr>
          <p:spPr>
            <a:xfrm flipH="1">
              <a:off x="2880296" y="5073650"/>
              <a:ext cx="4399408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89D76BCA-FE26-6FBA-CA5F-93874D3410EC}"/>
                </a:ext>
              </a:extLst>
            </p:cNvPr>
            <p:cNvCxnSpPr>
              <a:cxnSpLocks/>
              <a:stCxn id="163" idx="0"/>
              <a:endCxn id="169" idx="0"/>
            </p:cNvCxnSpPr>
            <p:nvPr/>
          </p:nvCxnSpPr>
          <p:spPr>
            <a:xfrm flipH="1">
              <a:off x="3810000" y="5073650"/>
              <a:ext cx="346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30EC9C36-7910-C449-E03B-9389A43C9F2B}"/>
                </a:ext>
              </a:extLst>
            </p:cNvPr>
            <p:cNvCxnSpPr>
              <a:cxnSpLocks/>
              <a:stCxn id="163" idx="0"/>
              <a:endCxn id="167" idx="0"/>
            </p:cNvCxnSpPr>
            <p:nvPr/>
          </p:nvCxnSpPr>
          <p:spPr>
            <a:xfrm flipH="1">
              <a:off x="5080000" y="5073650"/>
              <a:ext cx="219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EA6D6A24-E605-9A02-3906-B65F68F8BECA}"/>
                </a:ext>
              </a:extLst>
            </p:cNvPr>
            <p:cNvCxnSpPr>
              <a:cxnSpLocks/>
              <a:stCxn id="163" idx="0"/>
              <a:endCxn id="165" idx="0"/>
            </p:cNvCxnSpPr>
            <p:nvPr/>
          </p:nvCxnSpPr>
          <p:spPr>
            <a:xfrm flipH="1">
              <a:off x="6350000" y="5073650"/>
              <a:ext cx="929704" cy="92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135D5E2B-9DAA-6A85-57EB-6AB56112E2F0}"/>
                </a:ext>
              </a:extLst>
            </p:cNvPr>
            <p:cNvCxnSpPr>
              <a:cxnSpLocks/>
              <a:stCxn id="161" idx="0"/>
              <a:endCxn id="183" idx="0"/>
            </p:cNvCxnSpPr>
            <p:nvPr/>
          </p:nvCxnSpPr>
          <p:spPr>
            <a:xfrm flipH="1" flipV="1">
              <a:off x="7279704" y="2533650"/>
              <a:ext cx="340296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E88E3B78-591E-6ACB-A43E-229522B470E3}"/>
                </a:ext>
              </a:extLst>
            </p:cNvPr>
            <p:cNvCxnSpPr>
              <a:cxnSpLocks/>
              <a:stCxn id="161" idx="0"/>
              <a:endCxn id="181" idx="0"/>
            </p:cNvCxnSpPr>
            <p:nvPr/>
          </p:nvCxnSpPr>
          <p:spPr>
            <a:xfrm flipH="1" flipV="1">
              <a:off x="6350000" y="1603946"/>
              <a:ext cx="127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ECAD333F-1C79-ED79-091F-87008BD387DC}"/>
                </a:ext>
              </a:extLst>
            </p:cNvPr>
            <p:cNvCxnSpPr>
              <a:cxnSpLocks/>
              <a:stCxn id="161" idx="0"/>
              <a:endCxn id="179" idx="0"/>
            </p:cNvCxnSpPr>
            <p:nvPr/>
          </p:nvCxnSpPr>
          <p:spPr>
            <a:xfrm flipH="1" flipV="1">
              <a:off x="5080000" y="1263650"/>
              <a:ext cx="254000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178605C1-4957-B48E-4828-DEF29098E6F9}"/>
                </a:ext>
              </a:extLst>
            </p:cNvPr>
            <p:cNvCxnSpPr>
              <a:cxnSpLocks/>
              <a:stCxn id="161" idx="0"/>
              <a:endCxn id="177" idx="0"/>
            </p:cNvCxnSpPr>
            <p:nvPr/>
          </p:nvCxnSpPr>
          <p:spPr>
            <a:xfrm flipH="1" flipV="1">
              <a:off x="3810000" y="1603946"/>
              <a:ext cx="381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29E87ACC-C265-0819-F397-87BC866EF68F}"/>
                </a:ext>
              </a:extLst>
            </p:cNvPr>
            <p:cNvCxnSpPr>
              <a:cxnSpLocks/>
              <a:stCxn id="161" idx="0"/>
              <a:endCxn id="175" idx="0"/>
            </p:cNvCxnSpPr>
            <p:nvPr/>
          </p:nvCxnSpPr>
          <p:spPr>
            <a:xfrm flipH="1" flipV="1">
              <a:off x="2880296" y="2533650"/>
              <a:ext cx="473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3940133C-3383-7232-0407-88DC6BDBB0A4}"/>
                </a:ext>
              </a:extLst>
            </p:cNvPr>
            <p:cNvCxnSpPr>
              <a:cxnSpLocks/>
              <a:stCxn id="161" idx="0"/>
              <a:endCxn id="173" idx="0"/>
            </p:cNvCxnSpPr>
            <p:nvPr/>
          </p:nvCxnSpPr>
          <p:spPr>
            <a:xfrm flipH="1">
              <a:off x="2540000" y="3803650"/>
              <a:ext cx="5080000" cy="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FE70567A-9B1F-DCD0-1FFC-99EBC44F7D5B}"/>
                </a:ext>
              </a:extLst>
            </p:cNvPr>
            <p:cNvCxnSpPr>
              <a:cxnSpLocks/>
              <a:stCxn id="161" idx="0"/>
              <a:endCxn id="171" idx="0"/>
            </p:cNvCxnSpPr>
            <p:nvPr/>
          </p:nvCxnSpPr>
          <p:spPr>
            <a:xfrm flipH="1">
              <a:off x="2880296" y="3803650"/>
              <a:ext cx="4739704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BEF64275-FED8-8201-341E-36208987BBB3}"/>
                </a:ext>
              </a:extLst>
            </p:cNvPr>
            <p:cNvCxnSpPr>
              <a:cxnSpLocks/>
              <a:stCxn id="161" idx="0"/>
              <a:endCxn id="169" idx="0"/>
            </p:cNvCxnSpPr>
            <p:nvPr/>
          </p:nvCxnSpPr>
          <p:spPr>
            <a:xfrm flipH="1">
              <a:off x="3810000" y="3803650"/>
              <a:ext cx="381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8A7632AE-C89B-5AB2-ADA0-38F5AA912010}"/>
                </a:ext>
              </a:extLst>
            </p:cNvPr>
            <p:cNvCxnSpPr>
              <a:cxnSpLocks/>
              <a:stCxn id="161" idx="0"/>
              <a:endCxn id="167" idx="0"/>
            </p:cNvCxnSpPr>
            <p:nvPr/>
          </p:nvCxnSpPr>
          <p:spPr>
            <a:xfrm flipH="1">
              <a:off x="5080000" y="3803650"/>
              <a:ext cx="2540000" cy="254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84BB9D6A-59DA-EDF0-7C25-28156A21D0B3}"/>
                </a:ext>
              </a:extLst>
            </p:cNvPr>
            <p:cNvCxnSpPr>
              <a:cxnSpLocks/>
              <a:stCxn id="161" idx="0"/>
              <a:endCxn id="165" idx="0"/>
            </p:cNvCxnSpPr>
            <p:nvPr/>
          </p:nvCxnSpPr>
          <p:spPr>
            <a:xfrm flipH="1">
              <a:off x="6350000" y="3803650"/>
              <a:ext cx="1270000" cy="2199704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D0A2DF99-8899-FBB9-BA96-B121DFF936AB}"/>
                </a:ext>
              </a:extLst>
            </p:cNvPr>
            <p:cNvCxnSpPr>
              <a:cxnSpLocks/>
              <a:stCxn id="161" idx="0"/>
              <a:endCxn id="163" idx="0"/>
            </p:cNvCxnSpPr>
            <p:nvPr/>
          </p:nvCxnSpPr>
          <p:spPr>
            <a:xfrm flipH="1">
              <a:off x="7279704" y="3803650"/>
              <a:ext cx="340296" cy="127000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BA13F6EB-19AC-3E20-3BDF-9739207C8C62}"/>
                </a:ext>
              </a:extLst>
            </p:cNvPr>
            <p:cNvSpPr/>
            <p:nvPr/>
          </p:nvSpPr>
          <p:spPr>
            <a:xfrm>
              <a:off x="7429500" y="361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4D96824B-8A90-CE88-87BB-F8F541C171FD}"/>
                </a:ext>
              </a:extLst>
            </p:cNvPr>
            <p:cNvSpPr/>
            <p:nvPr/>
          </p:nvSpPr>
          <p:spPr>
            <a:xfrm>
              <a:off x="7613650" y="380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8915D639-8FA4-B634-43EF-B0ED7A407565}"/>
                </a:ext>
              </a:extLst>
            </p:cNvPr>
            <p:cNvSpPr/>
            <p:nvPr/>
          </p:nvSpPr>
          <p:spPr>
            <a:xfrm>
              <a:off x="7089204" y="4889500"/>
              <a:ext cx="381000" cy="381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2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15D39DC6-D438-5E9E-C031-EE6BF5343C7D}"/>
                </a:ext>
              </a:extLst>
            </p:cNvPr>
            <p:cNvSpPr/>
            <p:nvPr/>
          </p:nvSpPr>
          <p:spPr>
            <a:xfrm>
              <a:off x="7273354" y="507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Diamond 163">
              <a:extLst>
                <a:ext uri="{FF2B5EF4-FFF2-40B4-BE49-F238E27FC236}">
                  <a16:creationId xmlns:a16="http://schemas.microsoft.com/office/drawing/2014/main" id="{7FC723A8-460A-FF30-3DB8-9709858126C4}"/>
                </a:ext>
              </a:extLst>
            </p:cNvPr>
            <p:cNvSpPr/>
            <p:nvPr/>
          </p:nvSpPr>
          <p:spPr>
            <a:xfrm>
              <a:off x="6159500" y="5819204"/>
              <a:ext cx="381000" cy="381000"/>
            </a:xfrm>
            <a:prstGeom prst="diamond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3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76E894C-102F-80A4-6C18-E3A4CDE85485}"/>
                </a:ext>
              </a:extLst>
            </p:cNvPr>
            <p:cNvSpPr/>
            <p:nvPr/>
          </p:nvSpPr>
          <p:spPr>
            <a:xfrm>
              <a:off x="6343650" y="6003354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Flowchart: Merge 165">
              <a:extLst>
                <a:ext uri="{FF2B5EF4-FFF2-40B4-BE49-F238E27FC236}">
                  <a16:creationId xmlns:a16="http://schemas.microsoft.com/office/drawing/2014/main" id="{427D6011-A137-92B7-0900-4A54130A795F}"/>
                </a:ext>
              </a:extLst>
            </p:cNvPr>
            <p:cNvSpPr/>
            <p:nvPr/>
          </p:nvSpPr>
          <p:spPr>
            <a:xfrm>
              <a:off x="4889500" y="6159500"/>
              <a:ext cx="381000" cy="381000"/>
            </a:xfrm>
            <a:prstGeom prst="flowChartMerg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4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9F35517-04A1-D785-DC38-D588D760A332}"/>
                </a:ext>
              </a:extLst>
            </p:cNvPr>
            <p:cNvSpPr/>
            <p:nvPr/>
          </p:nvSpPr>
          <p:spPr>
            <a:xfrm>
              <a:off x="5073650" y="634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CA64A91-B1CC-0241-03F2-A2101D8F8254}"/>
                </a:ext>
              </a:extLst>
            </p:cNvPr>
            <p:cNvSpPr/>
            <p:nvPr/>
          </p:nvSpPr>
          <p:spPr>
            <a:xfrm>
              <a:off x="3619500" y="5819204"/>
              <a:ext cx="381000" cy="3810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5</a:t>
              </a: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4B3DFEB1-B18E-9383-0694-D4B61C419F13}"/>
                </a:ext>
              </a:extLst>
            </p:cNvPr>
            <p:cNvSpPr/>
            <p:nvPr/>
          </p:nvSpPr>
          <p:spPr>
            <a:xfrm>
              <a:off x="3803650" y="6003354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Diamond 169">
              <a:extLst>
                <a:ext uri="{FF2B5EF4-FFF2-40B4-BE49-F238E27FC236}">
                  <a16:creationId xmlns:a16="http://schemas.microsoft.com/office/drawing/2014/main" id="{0BC432C6-411F-EF5C-C923-50A195EB538B}"/>
                </a:ext>
              </a:extLst>
            </p:cNvPr>
            <p:cNvSpPr/>
            <p:nvPr/>
          </p:nvSpPr>
          <p:spPr>
            <a:xfrm>
              <a:off x="2689796" y="4889500"/>
              <a:ext cx="381000" cy="381000"/>
            </a:xfrm>
            <a:prstGeom prst="diamond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6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17A8305-5C1F-68F1-AAD9-6BDABC7A9DCE}"/>
                </a:ext>
              </a:extLst>
            </p:cNvPr>
            <p:cNvSpPr/>
            <p:nvPr/>
          </p:nvSpPr>
          <p:spPr>
            <a:xfrm>
              <a:off x="2873946" y="507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Pentagon 171">
              <a:extLst>
                <a:ext uri="{FF2B5EF4-FFF2-40B4-BE49-F238E27FC236}">
                  <a16:creationId xmlns:a16="http://schemas.microsoft.com/office/drawing/2014/main" id="{1DE39CE3-3006-2A70-BD7B-D11A4A10F10B}"/>
                </a:ext>
              </a:extLst>
            </p:cNvPr>
            <p:cNvSpPr/>
            <p:nvPr/>
          </p:nvSpPr>
          <p:spPr>
            <a:xfrm>
              <a:off x="2349500" y="3619500"/>
              <a:ext cx="381000" cy="381000"/>
            </a:xfrm>
            <a:prstGeom prst="pentagon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7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56A66E6-79F5-E1F7-AFE3-68102AB760B2}"/>
                </a:ext>
              </a:extLst>
            </p:cNvPr>
            <p:cNvSpPr/>
            <p:nvPr/>
          </p:nvSpPr>
          <p:spPr>
            <a:xfrm>
              <a:off x="2533650" y="380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4B7A74E-1524-81B8-0CBA-A047F19D2927}"/>
                </a:ext>
              </a:extLst>
            </p:cNvPr>
            <p:cNvSpPr/>
            <p:nvPr/>
          </p:nvSpPr>
          <p:spPr>
            <a:xfrm>
              <a:off x="2689796" y="2349500"/>
              <a:ext cx="381000" cy="3810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8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C351D93E-763B-4ABA-A4A6-05297D4243A8}"/>
                </a:ext>
              </a:extLst>
            </p:cNvPr>
            <p:cNvSpPr/>
            <p:nvPr/>
          </p:nvSpPr>
          <p:spPr>
            <a:xfrm>
              <a:off x="2873946" y="253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lowchart: Merge 175">
              <a:extLst>
                <a:ext uri="{FF2B5EF4-FFF2-40B4-BE49-F238E27FC236}">
                  <a16:creationId xmlns:a16="http://schemas.microsoft.com/office/drawing/2014/main" id="{F513098C-20AC-8DE2-D202-97BA717F262E}"/>
                </a:ext>
              </a:extLst>
            </p:cNvPr>
            <p:cNvSpPr/>
            <p:nvPr/>
          </p:nvSpPr>
          <p:spPr>
            <a:xfrm>
              <a:off x="3619500" y="1419796"/>
              <a:ext cx="381000" cy="381000"/>
            </a:xfrm>
            <a:prstGeom prst="flowChartMerg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9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F16E1099-9CB0-CF1F-F550-D1AD1B598435}"/>
                </a:ext>
              </a:extLst>
            </p:cNvPr>
            <p:cNvSpPr/>
            <p:nvPr/>
          </p:nvSpPr>
          <p:spPr>
            <a:xfrm>
              <a:off x="3803650" y="1603946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Diamond 177">
              <a:extLst>
                <a:ext uri="{FF2B5EF4-FFF2-40B4-BE49-F238E27FC236}">
                  <a16:creationId xmlns:a16="http://schemas.microsoft.com/office/drawing/2014/main" id="{808199E8-1415-4789-F8C5-BF16346AE8E2}"/>
                </a:ext>
              </a:extLst>
            </p:cNvPr>
            <p:cNvSpPr/>
            <p:nvPr/>
          </p:nvSpPr>
          <p:spPr>
            <a:xfrm>
              <a:off x="4889500" y="1079500"/>
              <a:ext cx="381000" cy="381000"/>
            </a:xfrm>
            <a:prstGeom prst="diamond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10</a:t>
              </a: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325B886D-D0D6-2FAB-06FB-D18638F54E07}"/>
                </a:ext>
              </a:extLst>
            </p:cNvPr>
            <p:cNvSpPr/>
            <p:nvPr/>
          </p:nvSpPr>
          <p:spPr>
            <a:xfrm>
              <a:off x="5073650" y="126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Pentagon 179">
              <a:extLst>
                <a:ext uri="{FF2B5EF4-FFF2-40B4-BE49-F238E27FC236}">
                  <a16:creationId xmlns:a16="http://schemas.microsoft.com/office/drawing/2014/main" id="{0AF417AC-09C3-C0C5-8422-C5F524B4C193}"/>
                </a:ext>
              </a:extLst>
            </p:cNvPr>
            <p:cNvSpPr/>
            <p:nvPr/>
          </p:nvSpPr>
          <p:spPr>
            <a:xfrm>
              <a:off x="6159500" y="1419796"/>
              <a:ext cx="381000" cy="381000"/>
            </a:xfrm>
            <a:prstGeom prst="pentagon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11</a:t>
              </a: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6542FDC-9E16-BF73-41A3-C403949DC0B1}"/>
                </a:ext>
              </a:extLst>
            </p:cNvPr>
            <p:cNvSpPr/>
            <p:nvPr/>
          </p:nvSpPr>
          <p:spPr>
            <a:xfrm>
              <a:off x="6343650" y="1603946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Flowchart: Merge 181">
              <a:extLst>
                <a:ext uri="{FF2B5EF4-FFF2-40B4-BE49-F238E27FC236}">
                  <a16:creationId xmlns:a16="http://schemas.microsoft.com/office/drawing/2014/main" id="{C4AE5CA2-4A06-881E-53DF-E9402955A3C2}"/>
                </a:ext>
              </a:extLst>
            </p:cNvPr>
            <p:cNvSpPr/>
            <p:nvPr/>
          </p:nvSpPr>
          <p:spPr>
            <a:xfrm>
              <a:off x="7089204" y="2349500"/>
              <a:ext cx="381000" cy="381000"/>
            </a:xfrm>
            <a:prstGeom prst="flowChartMerg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12</a:t>
              </a: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0EB67C5E-957D-7322-2BA4-01301B3641DB}"/>
                </a:ext>
              </a:extLst>
            </p:cNvPr>
            <p:cNvSpPr/>
            <p:nvPr/>
          </p:nvSpPr>
          <p:spPr>
            <a:xfrm>
              <a:off x="7273354" y="2533650"/>
              <a:ext cx="12700" cy="127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3797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9076-3FFC-5EC5-2583-631FA7F1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Simplification through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8DE5-5391-A368-FB01-E0A9F4368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BE9EECD-3A93-8237-F79B-706AE4D02EA6}"/>
              </a:ext>
            </a:extLst>
          </p:cNvPr>
          <p:cNvGrpSpPr/>
          <p:nvPr/>
        </p:nvGrpSpPr>
        <p:grpSpPr>
          <a:xfrm>
            <a:off x="2533744" y="1822986"/>
            <a:ext cx="7090902" cy="4362722"/>
            <a:chOff x="1297985" y="453072"/>
            <a:chExt cx="9562420" cy="588334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0578264-9D82-CB44-F1BD-698A8BB5D23A}"/>
                </a:ext>
              </a:extLst>
            </p:cNvPr>
            <p:cNvCxnSpPr>
              <a:cxnSpLocks/>
              <a:stCxn id="24" idx="1"/>
              <a:endCxn id="18" idx="2"/>
            </p:cNvCxnSpPr>
            <p:nvPr/>
          </p:nvCxnSpPr>
          <p:spPr>
            <a:xfrm flipH="1" flipV="1">
              <a:off x="2212385" y="2219569"/>
              <a:ext cx="6243749" cy="32514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75807AA-717E-9408-EB01-D27CA22D9079}"/>
                </a:ext>
              </a:extLst>
            </p:cNvPr>
            <p:cNvCxnSpPr>
              <a:cxnSpLocks/>
              <a:stCxn id="27" idx="1"/>
              <a:endCxn id="15" idx="2"/>
            </p:cNvCxnSpPr>
            <p:nvPr/>
          </p:nvCxnSpPr>
          <p:spPr>
            <a:xfrm flipH="1">
              <a:off x="3525363" y="2646277"/>
              <a:ext cx="6310151" cy="2557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0BECA7-09C7-6CA3-F86C-03ECFE6CFEC0}"/>
                </a:ext>
              </a:extLst>
            </p:cNvPr>
            <p:cNvCxnSpPr>
              <a:cxnSpLocks/>
              <a:stCxn id="18" idx="2"/>
              <a:endCxn id="15" idx="2"/>
            </p:cNvCxnSpPr>
            <p:nvPr/>
          </p:nvCxnSpPr>
          <p:spPr>
            <a:xfrm>
              <a:off x="2212385" y="2219569"/>
              <a:ext cx="1312978" cy="29840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176B8C0-3E73-F5FA-D98E-17F032A8E703}"/>
                </a:ext>
              </a:extLst>
            </p:cNvPr>
            <p:cNvCxnSpPr>
              <a:cxnSpLocks/>
              <a:stCxn id="21" idx="2"/>
              <a:endCxn id="15" idx="2"/>
            </p:cNvCxnSpPr>
            <p:nvPr/>
          </p:nvCxnSpPr>
          <p:spPr>
            <a:xfrm flipH="1">
              <a:off x="3525363" y="1397459"/>
              <a:ext cx="2667186" cy="38061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DCDC88C-9FC4-92E5-3B79-6812CE6BF567}"/>
                </a:ext>
              </a:extLst>
            </p:cNvPr>
            <p:cNvCxnSpPr>
              <a:cxnSpLocks/>
              <a:stCxn id="24" idx="2"/>
              <a:endCxn id="15" idx="2"/>
            </p:cNvCxnSpPr>
            <p:nvPr/>
          </p:nvCxnSpPr>
          <p:spPr>
            <a:xfrm flipH="1" flipV="1">
              <a:off x="3525363" y="5203607"/>
              <a:ext cx="4982375" cy="2999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0915D5C-6739-E193-1CB2-97E8234461D1}"/>
                </a:ext>
              </a:extLst>
            </p:cNvPr>
            <p:cNvCxnSpPr>
              <a:cxnSpLocks/>
              <a:stCxn id="18" idx="3"/>
              <a:endCxn id="21" idx="1"/>
            </p:cNvCxnSpPr>
            <p:nvPr/>
          </p:nvCxnSpPr>
          <p:spPr>
            <a:xfrm flipV="1">
              <a:off x="2242865" y="1366995"/>
              <a:ext cx="3902143" cy="8297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CFCE4DA-2A35-8F7B-3D99-462586B77811}"/>
                </a:ext>
              </a:extLst>
            </p:cNvPr>
            <p:cNvCxnSpPr>
              <a:cxnSpLocks/>
              <a:stCxn id="21" idx="1"/>
              <a:endCxn id="27" idx="3"/>
            </p:cNvCxnSpPr>
            <p:nvPr/>
          </p:nvCxnSpPr>
          <p:spPr>
            <a:xfrm>
              <a:off x="6145008" y="1366995"/>
              <a:ext cx="3736225" cy="1279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D7C426F-C5AE-60E8-6410-B8D5E0DB48B8}"/>
                </a:ext>
              </a:extLst>
            </p:cNvPr>
            <p:cNvCxnSpPr>
              <a:cxnSpLocks/>
              <a:stCxn id="24" idx="2"/>
              <a:endCxn id="27" idx="2"/>
            </p:cNvCxnSpPr>
            <p:nvPr/>
          </p:nvCxnSpPr>
          <p:spPr>
            <a:xfrm flipV="1">
              <a:off x="8507738" y="2669136"/>
              <a:ext cx="1350636" cy="28344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BA137DD-EC80-EC8C-63AE-39C8017F713B}"/>
                </a:ext>
              </a:extLst>
            </p:cNvPr>
            <p:cNvCxnSpPr>
              <a:cxnSpLocks/>
              <a:stCxn id="27" idx="1"/>
              <a:endCxn id="18" idx="3"/>
            </p:cNvCxnSpPr>
            <p:nvPr/>
          </p:nvCxnSpPr>
          <p:spPr>
            <a:xfrm flipH="1" flipV="1">
              <a:off x="2242865" y="2196709"/>
              <a:ext cx="7592649" cy="4495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DFEDFB-52A0-3494-8C8C-569504577E1E}"/>
                </a:ext>
              </a:extLst>
            </p:cNvPr>
            <p:cNvCxnSpPr>
              <a:cxnSpLocks/>
              <a:stCxn id="24" idx="1"/>
              <a:endCxn id="21" idx="1"/>
            </p:cNvCxnSpPr>
            <p:nvPr/>
          </p:nvCxnSpPr>
          <p:spPr>
            <a:xfrm flipH="1" flipV="1">
              <a:off x="6145008" y="1366995"/>
              <a:ext cx="2311126" cy="41039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A08EB9A-6DCE-C6BE-FB68-7F3881B00B96}"/>
                </a:ext>
              </a:extLst>
            </p:cNvPr>
            <p:cNvSpPr>
              <a:spLocks/>
            </p:cNvSpPr>
            <p:nvPr/>
          </p:nvSpPr>
          <p:spPr>
            <a:xfrm>
              <a:off x="2315611" y="4143227"/>
              <a:ext cx="2340705" cy="219318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E40932-2C4D-E564-3C14-480A63342A81}"/>
                </a:ext>
              </a:extLst>
            </p:cNvPr>
            <p:cNvSpPr/>
            <p:nvPr/>
          </p:nvSpPr>
          <p:spPr>
            <a:xfrm>
              <a:off x="3486351" y="5130501"/>
              <a:ext cx="78024" cy="7310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9378CC-DBAF-2EC9-28B3-D06AB0601BF5}"/>
                </a:ext>
              </a:extLst>
            </p:cNvPr>
            <p:cNvGrpSpPr/>
            <p:nvPr/>
          </p:nvGrpSpPr>
          <p:grpSpPr>
            <a:xfrm>
              <a:off x="1297985" y="1510909"/>
              <a:ext cx="2064204" cy="1407562"/>
              <a:chOff x="1476399" y="906773"/>
              <a:chExt cx="2064204" cy="140756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D5A82D-A2B1-4ED0-A1E2-4E02EADE6E13}"/>
                  </a:ext>
                </a:extLst>
              </p:cNvPr>
              <p:cNvSpPr/>
              <p:nvPr/>
            </p:nvSpPr>
            <p:spPr>
              <a:xfrm>
                <a:off x="1476399" y="906773"/>
                <a:ext cx="2064204" cy="140756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43FAD52-FF66-2ADE-D407-0EB42ABF64DA}"/>
                  </a:ext>
                </a:extLst>
              </p:cNvPr>
              <p:cNvSpPr/>
              <p:nvPr/>
            </p:nvSpPr>
            <p:spPr>
              <a:xfrm>
                <a:off x="2360319" y="1569713"/>
                <a:ext cx="60960" cy="4572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39FCD31-0B8C-D92B-B5DB-D1BA12C7B59D}"/>
                </a:ext>
              </a:extLst>
            </p:cNvPr>
            <p:cNvGrpSpPr/>
            <p:nvPr/>
          </p:nvGrpSpPr>
          <p:grpSpPr>
            <a:xfrm>
              <a:off x="4766326" y="453072"/>
              <a:ext cx="2668295" cy="1688148"/>
              <a:chOff x="4781566" y="140652"/>
              <a:chExt cx="2668295" cy="168814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26A83D3-EA8D-0593-A270-1EB135C18A59}"/>
                  </a:ext>
                </a:extLst>
              </p:cNvPr>
              <p:cNvSpPr/>
              <p:nvPr/>
            </p:nvSpPr>
            <p:spPr>
              <a:xfrm>
                <a:off x="4781566" y="140652"/>
                <a:ext cx="2668295" cy="168814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37578DD-FC06-FEE5-EC73-1A6E4DF13A03}"/>
                  </a:ext>
                </a:extLst>
              </p:cNvPr>
              <p:cNvSpPr/>
              <p:nvPr/>
            </p:nvSpPr>
            <p:spPr>
              <a:xfrm>
                <a:off x="6160248" y="1024111"/>
                <a:ext cx="95082" cy="6092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DA5B2B2-C22B-C8FE-A18E-30AF2AF2909D}"/>
                </a:ext>
              </a:extLst>
            </p:cNvPr>
            <p:cNvGrpSpPr/>
            <p:nvPr/>
          </p:nvGrpSpPr>
          <p:grpSpPr>
            <a:xfrm>
              <a:off x="7143767" y="4615363"/>
              <a:ext cx="2575543" cy="1632991"/>
              <a:chOff x="7159007" y="4302943"/>
              <a:chExt cx="2575543" cy="163299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CC3D7DB-1EED-CA26-CF98-A9C1AF462D4D}"/>
                  </a:ext>
                </a:extLst>
              </p:cNvPr>
              <p:cNvSpPr/>
              <p:nvPr/>
            </p:nvSpPr>
            <p:spPr>
              <a:xfrm>
                <a:off x="7159007" y="4302943"/>
                <a:ext cx="2575543" cy="1632991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277C585-4093-05CE-E012-F613083F7C5E}"/>
                  </a:ext>
                </a:extLst>
              </p:cNvPr>
              <p:cNvSpPr/>
              <p:nvPr/>
            </p:nvSpPr>
            <p:spPr>
              <a:xfrm>
                <a:off x="8471374" y="5125991"/>
                <a:ext cx="103208" cy="6514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1147892-8CCC-3CC1-8D5F-87B84248A4D9}"/>
                </a:ext>
              </a:extLst>
            </p:cNvPr>
            <p:cNvGrpSpPr/>
            <p:nvPr/>
          </p:nvGrpSpPr>
          <p:grpSpPr>
            <a:xfrm>
              <a:off x="8578215" y="1784476"/>
              <a:ext cx="2282190" cy="1632990"/>
              <a:chOff x="7776210" y="1693257"/>
              <a:chExt cx="2282190" cy="163299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46B07AC-39B8-58F6-9233-50022EACA9EB}"/>
                  </a:ext>
                </a:extLst>
              </p:cNvPr>
              <p:cNvSpPr/>
              <p:nvPr/>
            </p:nvSpPr>
            <p:spPr>
              <a:xfrm>
                <a:off x="7776210" y="1693257"/>
                <a:ext cx="2282190" cy="163299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83A1E44-C5C5-71BA-03FA-B397C462D344}"/>
                  </a:ext>
                </a:extLst>
              </p:cNvPr>
              <p:cNvSpPr/>
              <p:nvPr/>
            </p:nvSpPr>
            <p:spPr>
              <a:xfrm>
                <a:off x="9033509" y="2532198"/>
                <a:ext cx="45719" cy="45719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AF15F82-A217-7CE7-59B6-2EFA59C318E9}"/>
                </a:ext>
              </a:extLst>
            </p:cNvPr>
            <p:cNvCxnSpPr>
              <a:cxnSpLocks/>
              <a:stCxn id="63" idx="0"/>
              <a:endCxn id="72" idx="0"/>
            </p:cNvCxnSpPr>
            <p:nvPr/>
          </p:nvCxnSpPr>
          <p:spPr>
            <a:xfrm flipH="1" flipV="1">
              <a:off x="5208253" y="1050862"/>
              <a:ext cx="872507" cy="575611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1EEB69E-8FEB-7EDB-1DC3-BF984FAA07E0}"/>
                </a:ext>
              </a:extLst>
            </p:cNvPr>
            <p:cNvCxnSpPr>
              <a:cxnSpLocks/>
              <a:stCxn id="57" idx="0"/>
              <a:endCxn id="69" idx="0"/>
            </p:cNvCxnSpPr>
            <p:nvPr/>
          </p:nvCxnSpPr>
          <p:spPr>
            <a:xfrm flipH="1" flipV="1">
              <a:off x="3130454" y="4698397"/>
              <a:ext cx="756237" cy="1011285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9F353EE-E113-5A95-795D-C9A77905A405}"/>
                </a:ext>
              </a:extLst>
            </p:cNvPr>
            <p:cNvCxnSpPr>
              <a:cxnSpLocks/>
              <a:stCxn id="54" idx="0"/>
              <a:endCxn id="66" idx="0"/>
            </p:cNvCxnSpPr>
            <p:nvPr/>
          </p:nvCxnSpPr>
          <p:spPr>
            <a:xfrm flipH="1">
              <a:off x="8554815" y="5212811"/>
              <a:ext cx="694659" cy="531463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B11E630-4B01-62F0-611E-884349EC72B9}"/>
                </a:ext>
              </a:extLst>
            </p:cNvPr>
            <p:cNvCxnSpPr>
              <a:cxnSpLocks/>
              <a:stCxn id="51" idx="0"/>
              <a:endCxn id="60" idx="0"/>
            </p:cNvCxnSpPr>
            <p:nvPr/>
          </p:nvCxnSpPr>
          <p:spPr>
            <a:xfrm>
              <a:off x="1756847" y="2126097"/>
              <a:ext cx="869981" cy="6623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AF3466D-6648-8789-7DED-D6BC24FE32F7}"/>
                </a:ext>
              </a:extLst>
            </p:cNvPr>
            <p:cNvCxnSpPr>
              <a:cxnSpLocks/>
              <a:stCxn id="48" idx="0"/>
              <a:endCxn id="72" idx="0"/>
            </p:cNvCxnSpPr>
            <p:nvPr/>
          </p:nvCxnSpPr>
          <p:spPr>
            <a:xfrm flipH="1">
              <a:off x="5208253" y="995283"/>
              <a:ext cx="1745014" cy="55579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C1B9ED0-3DE8-AA6E-CD68-D2ADABB993EC}"/>
                </a:ext>
              </a:extLst>
            </p:cNvPr>
            <p:cNvCxnSpPr>
              <a:cxnSpLocks/>
              <a:stCxn id="48" idx="0"/>
              <a:endCxn id="63" idx="0"/>
            </p:cNvCxnSpPr>
            <p:nvPr/>
          </p:nvCxnSpPr>
          <p:spPr>
            <a:xfrm flipH="1">
              <a:off x="6080760" y="995283"/>
              <a:ext cx="872507" cy="63119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A492A0A-92BE-F830-EFD4-534041500BCD}"/>
                </a:ext>
              </a:extLst>
            </p:cNvPr>
            <p:cNvCxnSpPr>
              <a:cxnSpLocks/>
              <a:stCxn id="45" idx="0"/>
              <a:endCxn id="66" idx="0"/>
            </p:cNvCxnSpPr>
            <p:nvPr/>
          </p:nvCxnSpPr>
          <p:spPr>
            <a:xfrm>
              <a:off x="7625122" y="5197689"/>
              <a:ext cx="929693" cy="546585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BA412B9-EA53-72C0-6409-738297CE9D1B}"/>
                </a:ext>
              </a:extLst>
            </p:cNvPr>
            <p:cNvCxnSpPr>
              <a:cxnSpLocks/>
              <a:stCxn id="45" idx="0"/>
              <a:endCxn id="54" idx="0"/>
            </p:cNvCxnSpPr>
            <p:nvPr/>
          </p:nvCxnSpPr>
          <p:spPr>
            <a:xfrm>
              <a:off x="7625122" y="5197689"/>
              <a:ext cx="1624352" cy="15122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6956E3B-72C2-DF66-B979-CF730E0260C7}"/>
                </a:ext>
              </a:extLst>
            </p:cNvPr>
            <p:cNvCxnSpPr>
              <a:cxnSpLocks/>
              <a:stCxn id="39" idx="0"/>
              <a:endCxn id="42" idx="0"/>
            </p:cNvCxnSpPr>
            <p:nvPr/>
          </p:nvCxnSpPr>
          <p:spPr>
            <a:xfrm>
              <a:off x="9333327" y="2177639"/>
              <a:ext cx="831213" cy="86768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988020D-EA49-CCC7-ADC2-98EFCD7BEBC7}"/>
                </a:ext>
              </a:extLst>
            </p:cNvPr>
            <p:cNvGrpSpPr/>
            <p:nvPr/>
          </p:nvGrpSpPr>
          <p:grpSpPr>
            <a:xfrm>
              <a:off x="9142827" y="1993489"/>
              <a:ext cx="381000" cy="381000"/>
              <a:chOff x="8445500" y="3238500"/>
              <a:chExt cx="381000" cy="381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D576DC7-CD02-1D84-18D5-FA5A9B43E916}"/>
                  </a:ext>
                </a:extLst>
              </p:cNvPr>
              <p:cNvSpPr/>
              <p:nvPr/>
            </p:nvSpPr>
            <p:spPr>
              <a:xfrm>
                <a:off x="8445500" y="3238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4C9A475-FC82-4AA4-4FFF-E1B71AEE2F81}"/>
                  </a:ext>
                </a:extLst>
              </p:cNvPr>
              <p:cNvSpPr/>
              <p:nvPr/>
            </p:nvSpPr>
            <p:spPr>
              <a:xfrm>
                <a:off x="8629650" y="342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84A54EA-FBC6-7C39-5461-392DF6C629E5}"/>
                </a:ext>
              </a:extLst>
            </p:cNvPr>
            <p:cNvGrpSpPr/>
            <p:nvPr/>
          </p:nvGrpSpPr>
          <p:grpSpPr>
            <a:xfrm>
              <a:off x="9974040" y="2861169"/>
              <a:ext cx="381000" cy="381000"/>
              <a:chOff x="8105204" y="4508500"/>
              <a:chExt cx="381000" cy="381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1F4D54F-3FEC-9B24-C9D3-FC2A21688FFF}"/>
                  </a:ext>
                </a:extLst>
              </p:cNvPr>
              <p:cNvSpPr/>
              <p:nvPr/>
            </p:nvSpPr>
            <p:spPr>
              <a:xfrm>
                <a:off x="8105204" y="4508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2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866306F-31B3-C927-8F8D-308E7CB2199F}"/>
                  </a:ext>
                </a:extLst>
              </p:cNvPr>
              <p:cNvSpPr/>
              <p:nvPr/>
            </p:nvSpPr>
            <p:spPr>
              <a:xfrm>
                <a:off x="8289354" y="469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DEBB74F-A4F3-4CFE-E2A4-5E3E9409B28A}"/>
                </a:ext>
              </a:extLst>
            </p:cNvPr>
            <p:cNvGrpSpPr/>
            <p:nvPr/>
          </p:nvGrpSpPr>
          <p:grpSpPr>
            <a:xfrm>
              <a:off x="7434622" y="5013539"/>
              <a:ext cx="381000" cy="381000"/>
              <a:chOff x="7175500" y="5438204"/>
              <a:chExt cx="381000" cy="381000"/>
            </a:xfrm>
          </p:grpSpPr>
          <p:sp>
            <p:nvSpPr>
              <p:cNvPr id="44" name="Diamond 43">
                <a:extLst>
                  <a:ext uri="{FF2B5EF4-FFF2-40B4-BE49-F238E27FC236}">
                    <a16:creationId xmlns:a16="http://schemas.microsoft.com/office/drawing/2014/main" id="{68699AEC-47C8-7731-1315-DD1DC16C377F}"/>
                  </a:ext>
                </a:extLst>
              </p:cNvPr>
              <p:cNvSpPr/>
              <p:nvPr/>
            </p:nvSpPr>
            <p:spPr>
              <a:xfrm>
                <a:off x="7175500" y="5438204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3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63375BB-D04C-A2BA-653B-F5D36D6ABDFA}"/>
                  </a:ext>
                </a:extLst>
              </p:cNvPr>
              <p:cNvSpPr/>
              <p:nvPr/>
            </p:nvSpPr>
            <p:spPr>
              <a:xfrm>
                <a:off x="7359650" y="5622354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96ABD3E-5763-44FE-DCBC-18BAB99049E7}"/>
                </a:ext>
              </a:extLst>
            </p:cNvPr>
            <p:cNvGrpSpPr/>
            <p:nvPr/>
          </p:nvGrpSpPr>
          <p:grpSpPr>
            <a:xfrm>
              <a:off x="6762767" y="811133"/>
              <a:ext cx="381000" cy="381000"/>
              <a:chOff x="5905500" y="5778500"/>
              <a:chExt cx="381000" cy="381000"/>
            </a:xfrm>
          </p:grpSpPr>
          <p:sp>
            <p:nvSpPr>
              <p:cNvPr id="47" name="Flowchart: Merge 46">
                <a:extLst>
                  <a:ext uri="{FF2B5EF4-FFF2-40B4-BE49-F238E27FC236}">
                    <a16:creationId xmlns:a16="http://schemas.microsoft.com/office/drawing/2014/main" id="{6C11EAE0-9B83-6C12-71E6-9CD94E7B8213}"/>
                  </a:ext>
                </a:extLst>
              </p:cNvPr>
              <p:cNvSpPr/>
              <p:nvPr/>
            </p:nvSpPr>
            <p:spPr>
              <a:xfrm>
                <a:off x="5905500" y="5778500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4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EA2137C-27D8-1BBD-DFF5-FB48AD3B03DA}"/>
                  </a:ext>
                </a:extLst>
              </p:cNvPr>
              <p:cNvSpPr/>
              <p:nvPr/>
            </p:nvSpPr>
            <p:spPr>
              <a:xfrm>
                <a:off x="6089650" y="596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D00A5B6-E231-86EF-D38C-3BF40CA77D60}"/>
                </a:ext>
              </a:extLst>
            </p:cNvPr>
            <p:cNvGrpSpPr/>
            <p:nvPr/>
          </p:nvGrpSpPr>
          <p:grpSpPr>
            <a:xfrm>
              <a:off x="1566347" y="1941947"/>
              <a:ext cx="381000" cy="381000"/>
              <a:chOff x="4635500" y="5438204"/>
              <a:chExt cx="381000" cy="3810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BBA8757-8A0F-2835-5C1B-7C6A4DF61B5C}"/>
                  </a:ext>
                </a:extLst>
              </p:cNvPr>
              <p:cNvSpPr/>
              <p:nvPr/>
            </p:nvSpPr>
            <p:spPr>
              <a:xfrm>
                <a:off x="4635500" y="5438204"/>
                <a:ext cx="381000" cy="3810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F1210A-029C-0FEE-8DCD-2B40E237FD01}"/>
                  </a:ext>
                </a:extLst>
              </p:cNvPr>
              <p:cNvSpPr/>
              <p:nvPr/>
            </p:nvSpPr>
            <p:spPr>
              <a:xfrm>
                <a:off x="4819650" y="5622354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8019518-C304-FC52-7B99-35A9DC22E9EB}"/>
                </a:ext>
              </a:extLst>
            </p:cNvPr>
            <p:cNvGrpSpPr/>
            <p:nvPr/>
          </p:nvGrpSpPr>
          <p:grpSpPr>
            <a:xfrm>
              <a:off x="9058974" y="5028661"/>
              <a:ext cx="381000" cy="381000"/>
              <a:chOff x="3705796" y="4508500"/>
              <a:chExt cx="381000" cy="381000"/>
            </a:xfrm>
          </p:grpSpPr>
          <p:sp>
            <p:nvSpPr>
              <p:cNvPr id="53" name="Diamond 52">
                <a:extLst>
                  <a:ext uri="{FF2B5EF4-FFF2-40B4-BE49-F238E27FC236}">
                    <a16:creationId xmlns:a16="http://schemas.microsoft.com/office/drawing/2014/main" id="{C214C8AD-72A9-EF77-8C69-9A937808EDC8}"/>
                  </a:ext>
                </a:extLst>
              </p:cNvPr>
              <p:cNvSpPr/>
              <p:nvPr/>
            </p:nvSpPr>
            <p:spPr>
              <a:xfrm>
                <a:off x="3705796" y="4508500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6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1394910-1F27-39B2-6B90-40E22FF6AEDA}"/>
                  </a:ext>
                </a:extLst>
              </p:cNvPr>
              <p:cNvSpPr/>
              <p:nvPr/>
            </p:nvSpPr>
            <p:spPr>
              <a:xfrm>
                <a:off x="3889946" y="469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F0461C2-F6C2-72CB-3DCF-A24E08BCA77C}"/>
                </a:ext>
              </a:extLst>
            </p:cNvPr>
            <p:cNvGrpSpPr/>
            <p:nvPr/>
          </p:nvGrpSpPr>
          <p:grpSpPr>
            <a:xfrm>
              <a:off x="3696191" y="5525532"/>
              <a:ext cx="381000" cy="381000"/>
              <a:chOff x="3365500" y="3238500"/>
              <a:chExt cx="381000" cy="381000"/>
            </a:xfrm>
          </p:grpSpPr>
          <p:sp>
            <p:nvSpPr>
              <p:cNvPr id="56" name="Pentagon 55">
                <a:extLst>
                  <a:ext uri="{FF2B5EF4-FFF2-40B4-BE49-F238E27FC236}">
                    <a16:creationId xmlns:a16="http://schemas.microsoft.com/office/drawing/2014/main" id="{2EA67B56-269C-6044-F12D-C8E402CBC7BE}"/>
                  </a:ext>
                </a:extLst>
              </p:cNvPr>
              <p:cNvSpPr/>
              <p:nvPr/>
            </p:nvSpPr>
            <p:spPr>
              <a:xfrm>
                <a:off x="3365500" y="3238500"/>
                <a:ext cx="381000" cy="381000"/>
              </a:xfrm>
              <a:prstGeom prst="pentagon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7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22A0EEE-7786-E5E6-AA4C-4F95FBFD1E57}"/>
                  </a:ext>
                </a:extLst>
              </p:cNvPr>
              <p:cNvSpPr/>
              <p:nvPr/>
            </p:nvSpPr>
            <p:spPr>
              <a:xfrm>
                <a:off x="3549650" y="342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CB39477-3B75-B56C-C92A-D61B7F74DF7B}"/>
                </a:ext>
              </a:extLst>
            </p:cNvPr>
            <p:cNvGrpSpPr/>
            <p:nvPr/>
          </p:nvGrpSpPr>
          <p:grpSpPr>
            <a:xfrm>
              <a:off x="2436328" y="2008177"/>
              <a:ext cx="381000" cy="381000"/>
              <a:chOff x="3705796" y="1968500"/>
              <a:chExt cx="381000" cy="381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94362BE-05F7-A4D5-6A39-E2517D25633C}"/>
                  </a:ext>
                </a:extLst>
              </p:cNvPr>
              <p:cNvSpPr/>
              <p:nvPr/>
            </p:nvSpPr>
            <p:spPr>
              <a:xfrm>
                <a:off x="3705796" y="1968500"/>
                <a:ext cx="381000" cy="3810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8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4815B9F-AA63-1C8F-CD97-172957719CFE}"/>
                  </a:ext>
                </a:extLst>
              </p:cNvPr>
              <p:cNvSpPr/>
              <p:nvPr/>
            </p:nvSpPr>
            <p:spPr>
              <a:xfrm>
                <a:off x="3889946" y="215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91A267-D854-401D-F02D-572A37E073DF}"/>
                </a:ext>
              </a:extLst>
            </p:cNvPr>
            <p:cNvGrpSpPr/>
            <p:nvPr/>
          </p:nvGrpSpPr>
          <p:grpSpPr>
            <a:xfrm>
              <a:off x="5890260" y="1442323"/>
              <a:ext cx="381000" cy="381000"/>
              <a:chOff x="4635500" y="1038796"/>
              <a:chExt cx="381000" cy="381000"/>
            </a:xfrm>
          </p:grpSpPr>
          <p:sp>
            <p:nvSpPr>
              <p:cNvPr id="62" name="Flowchart: Merge 61">
                <a:extLst>
                  <a:ext uri="{FF2B5EF4-FFF2-40B4-BE49-F238E27FC236}">
                    <a16:creationId xmlns:a16="http://schemas.microsoft.com/office/drawing/2014/main" id="{A4504E6C-D371-5E3F-BCC1-766FF62020AE}"/>
                  </a:ext>
                </a:extLst>
              </p:cNvPr>
              <p:cNvSpPr/>
              <p:nvPr/>
            </p:nvSpPr>
            <p:spPr>
              <a:xfrm>
                <a:off x="4635500" y="1038796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9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11B7E4E-B5EB-B129-D0D6-584C99200E23}"/>
                  </a:ext>
                </a:extLst>
              </p:cNvPr>
              <p:cNvSpPr/>
              <p:nvPr/>
            </p:nvSpPr>
            <p:spPr>
              <a:xfrm>
                <a:off x="4819650" y="1222946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BC5F584-57B5-39C8-0F57-9482ADD29C77}"/>
                </a:ext>
              </a:extLst>
            </p:cNvPr>
            <p:cNvGrpSpPr/>
            <p:nvPr/>
          </p:nvGrpSpPr>
          <p:grpSpPr>
            <a:xfrm>
              <a:off x="8364315" y="5560124"/>
              <a:ext cx="381000" cy="381000"/>
              <a:chOff x="5905500" y="698500"/>
              <a:chExt cx="381000" cy="381000"/>
            </a:xfrm>
          </p:grpSpPr>
          <p:sp>
            <p:nvSpPr>
              <p:cNvPr id="65" name="Diamond 64">
                <a:extLst>
                  <a:ext uri="{FF2B5EF4-FFF2-40B4-BE49-F238E27FC236}">
                    <a16:creationId xmlns:a16="http://schemas.microsoft.com/office/drawing/2014/main" id="{82B74358-58EC-84DF-B547-3BA498EB4D21}"/>
                  </a:ext>
                </a:extLst>
              </p:cNvPr>
              <p:cNvSpPr/>
              <p:nvPr/>
            </p:nvSpPr>
            <p:spPr>
              <a:xfrm>
                <a:off x="5905500" y="698500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10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32DF2EA-4F20-FB94-0418-E07607A3D76A}"/>
                  </a:ext>
                </a:extLst>
              </p:cNvPr>
              <p:cNvSpPr/>
              <p:nvPr/>
            </p:nvSpPr>
            <p:spPr>
              <a:xfrm>
                <a:off x="6089650" y="88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381A04C-C339-44D8-C6E8-32B7042E04F9}"/>
                </a:ext>
              </a:extLst>
            </p:cNvPr>
            <p:cNvGrpSpPr/>
            <p:nvPr/>
          </p:nvGrpSpPr>
          <p:grpSpPr>
            <a:xfrm>
              <a:off x="2939954" y="4514247"/>
              <a:ext cx="381000" cy="381000"/>
              <a:chOff x="7175500" y="1038796"/>
              <a:chExt cx="381000" cy="381000"/>
            </a:xfrm>
          </p:grpSpPr>
          <p:sp>
            <p:nvSpPr>
              <p:cNvPr id="68" name="Pentagon 67">
                <a:extLst>
                  <a:ext uri="{FF2B5EF4-FFF2-40B4-BE49-F238E27FC236}">
                    <a16:creationId xmlns:a16="http://schemas.microsoft.com/office/drawing/2014/main" id="{625B4979-7426-679B-67C5-45A8C61E8369}"/>
                  </a:ext>
                </a:extLst>
              </p:cNvPr>
              <p:cNvSpPr/>
              <p:nvPr/>
            </p:nvSpPr>
            <p:spPr>
              <a:xfrm>
                <a:off x="7175500" y="1038796"/>
                <a:ext cx="381000" cy="381000"/>
              </a:xfrm>
              <a:prstGeom prst="pentagon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11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5202F86-8A6E-9C28-3AC4-12EE5A545C1E}"/>
                  </a:ext>
                </a:extLst>
              </p:cNvPr>
              <p:cNvSpPr/>
              <p:nvPr/>
            </p:nvSpPr>
            <p:spPr>
              <a:xfrm>
                <a:off x="7359650" y="1222946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A9AE156-D870-91FE-5AC2-3D3C250622FB}"/>
                </a:ext>
              </a:extLst>
            </p:cNvPr>
            <p:cNvGrpSpPr/>
            <p:nvPr/>
          </p:nvGrpSpPr>
          <p:grpSpPr>
            <a:xfrm>
              <a:off x="5017753" y="866712"/>
              <a:ext cx="381000" cy="381000"/>
              <a:chOff x="8105204" y="1968500"/>
              <a:chExt cx="381000" cy="381000"/>
            </a:xfrm>
          </p:grpSpPr>
          <p:sp>
            <p:nvSpPr>
              <p:cNvPr id="71" name="Flowchart: Merge 70">
                <a:extLst>
                  <a:ext uri="{FF2B5EF4-FFF2-40B4-BE49-F238E27FC236}">
                    <a16:creationId xmlns:a16="http://schemas.microsoft.com/office/drawing/2014/main" id="{FB132ED6-38E9-C344-818F-AEA6A22956D0}"/>
                  </a:ext>
                </a:extLst>
              </p:cNvPr>
              <p:cNvSpPr/>
              <p:nvPr/>
            </p:nvSpPr>
            <p:spPr>
              <a:xfrm>
                <a:off x="8105204" y="1968500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2E19DF4B-3B5D-1EA7-63ED-5D9E40FB8F7C}"/>
                  </a:ext>
                </a:extLst>
              </p:cNvPr>
              <p:cNvSpPr/>
              <p:nvPr/>
            </p:nvSpPr>
            <p:spPr>
              <a:xfrm>
                <a:off x="8289354" y="215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2385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CD0F10-930A-6045-E315-2E07A5E88E9F}"/>
              </a:ext>
            </a:extLst>
          </p:cNvPr>
          <p:cNvGrpSpPr/>
          <p:nvPr/>
        </p:nvGrpSpPr>
        <p:grpSpPr>
          <a:xfrm>
            <a:off x="1359210" y="525000"/>
            <a:ext cx="9439970" cy="5808000"/>
            <a:chOff x="1297985" y="453072"/>
            <a:chExt cx="9562420" cy="588334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6D5CBBC-1BD5-09A2-913D-A5D2F14DDF53}"/>
                </a:ext>
              </a:extLst>
            </p:cNvPr>
            <p:cNvCxnSpPr>
              <a:cxnSpLocks/>
              <a:stCxn id="67" idx="1"/>
              <a:endCxn id="71" idx="2"/>
            </p:cNvCxnSpPr>
            <p:nvPr/>
          </p:nvCxnSpPr>
          <p:spPr>
            <a:xfrm flipH="1" flipV="1">
              <a:off x="2212385" y="2219569"/>
              <a:ext cx="6243749" cy="32514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7FD915A-DFE6-79D8-6C51-0106FB4D4EAB}"/>
                </a:ext>
              </a:extLst>
            </p:cNvPr>
            <p:cNvCxnSpPr>
              <a:cxnSpLocks/>
              <a:stCxn id="65" idx="1"/>
              <a:endCxn id="14" idx="2"/>
            </p:cNvCxnSpPr>
            <p:nvPr/>
          </p:nvCxnSpPr>
          <p:spPr>
            <a:xfrm flipH="1">
              <a:off x="3525363" y="2646277"/>
              <a:ext cx="6310151" cy="2557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E48D736-C3F9-E4A9-9373-58A6E037453B}"/>
                </a:ext>
              </a:extLst>
            </p:cNvPr>
            <p:cNvCxnSpPr>
              <a:cxnSpLocks/>
              <a:stCxn id="71" idx="2"/>
              <a:endCxn id="14" idx="2"/>
            </p:cNvCxnSpPr>
            <p:nvPr/>
          </p:nvCxnSpPr>
          <p:spPr>
            <a:xfrm>
              <a:off x="2212385" y="2219569"/>
              <a:ext cx="1312978" cy="29840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8586ADA-4D9C-BF4B-B746-6B25AF6298F5}"/>
                </a:ext>
              </a:extLst>
            </p:cNvPr>
            <p:cNvCxnSpPr>
              <a:cxnSpLocks/>
              <a:stCxn id="69" idx="2"/>
              <a:endCxn id="14" idx="2"/>
            </p:cNvCxnSpPr>
            <p:nvPr/>
          </p:nvCxnSpPr>
          <p:spPr>
            <a:xfrm flipH="1">
              <a:off x="3525363" y="1397459"/>
              <a:ext cx="2667186" cy="38061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9E4E97F-7E39-991F-9658-84DA4CAC7CE2}"/>
                </a:ext>
              </a:extLst>
            </p:cNvPr>
            <p:cNvCxnSpPr>
              <a:cxnSpLocks/>
              <a:stCxn id="67" idx="2"/>
              <a:endCxn id="14" idx="2"/>
            </p:cNvCxnSpPr>
            <p:nvPr/>
          </p:nvCxnSpPr>
          <p:spPr>
            <a:xfrm flipH="1" flipV="1">
              <a:off x="3525363" y="5203607"/>
              <a:ext cx="4982375" cy="2999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E6E03-A752-3E2B-DDCE-60BA6B4BC18F}"/>
                </a:ext>
              </a:extLst>
            </p:cNvPr>
            <p:cNvCxnSpPr>
              <a:cxnSpLocks/>
              <a:stCxn id="71" idx="3"/>
              <a:endCxn id="69" idx="1"/>
            </p:cNvCxnSpPr>
            <p:nvPr/>
          </p:nvCxnSpPr>
          <p:spPr>
            <a:xfrm flipV="1">
              <a:off x="2242865" y="1366995"/>
              <a:ext cx="3902143" cy="8297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F90C52-43CF-0D2A-0DFF-2B7A5F4984DD}"/>
                </a:ext>
              </a:extLst>
            </p:cNvPr>
            <p:cNvCxnSpPr>
              <a:cxnSpLocks/>
              <a:stCxn id="69" idx="1"/>
              <a:endCxn id="65" idx="3"/>
            </p:cNvCxnSpPr>
            <p:nvPr/>
          </p:nvCxnSpPr>
          <p:spPr>
            <a:xfrm>
              <a:off x="6145008" y="1366995"/>
              <a:ext cx="3736225" cy="1279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3D3E2F8-931D-E1D0-001E-D5657F9D63FD}"/>
                </a:ext>
              </a:extLst>
            </p:cNvPr>
            <p:cNvCxnSpPr>
              <a:cxnSpLocks/>
              <a:stCxn id="67" idx="2"/>
              <a:endCxn id="65" idx="2"/>
            </p:cNvCxnSpPr>
            <p:nvPr/>
          </p:nvCxnSpPr>
          <p:spPr>
            <a:xfrm flipV="1">
              <a:off x="8507738" y="2669136"/>
              <a:ext cx="1350636" cy="28344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02171A-F05A-36A1-4880-CA306C61BF2B}"/>
                </a:ext>
              </a:extLst>
            </p:cNvPr>
            <p:cNvCxnSpPr>
              <a:cxnSpLocks/>
              <a:stCxn id="65" idx="1"/>
              <a:endCxn id="71" idx="3"/>
            </p:cNvCxnSpPr>
            <p:nvPr/>
          </p:nvCxnSpPr>
          <p:spPr>
            <a:xfrm flipH="1" flipV="1">
              <a:off x="2242865" y="2196709"/>
              <a:ext cx="7592649" cy="4495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C4B0F6-85CA-86C0-3CC4-E175F4C2B581}"/>
                </a:ext>
              </a:extLst>
            </p:cNvPr>
            <p:cNvCxnSpPr>
              <a:cxnSpLocks/>
              <a:stCxn id="67" idx="1"/>
              <a:endCxn id="69" idx="1"/>
            </p:cNvCxnSpPr>
            <p:nvPr/>
          </p:nvCxnSpPr>
          <p:spPr>
            <a:xfrm flipH="1" flipV="1">
              <a:off x="6145008" y="1366995"/>
              <a:ext cx="2311126" cy="41039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D38C3A-A34B-EA9D-F3DA-3F90F514A7E2}"/>
                </a:ext>
              </a:extLst>
            </p:cNvPr>
            <p:cNvSpPr>
              <a:spLocks/>
            </p:cNvSpPr>
            <p:nvPr/>
          </p:nvSpPr>
          <p:spPr>
            <a:xfrm>
              <a:off x="2315611" y="4143227"/>
              <a:ext cx="2340705" cy="219318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58F83C-89A3-4EF5-782A-A198F73260F6}"/>
                </a:ext>
              </a:extLst>
            </p:cNvPr>
            <p:cNvSpPr/>
            <p:nvPr/>
          </p:nvSpPr>
          <p:spPr>
            <a:xfrm>
              <a:off x="3486351" y="5130501"/>
              <a:ext cx="78024" cy="7310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90AAD1D-6D63-7355-24FF-8764EB76D7F1}"/>
                </a:ext>
              </a:extLst>
            </p:cNvPr>
            <p:cNvGrpSpPr/>
            <p:nvPr/>
          </p:nvGrpSpPr>
          <p:grpSpPr>
            <a:xfrm>
              <a:off x="1297985" y="1510909"/>
              <a:ext cx="2064204" cy="1407562"/>
              <a:chOff x="1476399" y="906773"/>
              <a:chExt cx="2064204" cy="1407562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7AAA00A-75B7-96D8-23CA-011C8119676E}"/>
                  </a:ext>
                </a:extLst>
              </p:cNvPr>
              <p:cNvSpPr/>
              <p:nvPr/>
            </p:nvSpPr>
            <p:spPr>
              <a:xfrm>
                <a:off x="1476399" y="906773"/>
                <a:ext cx="2064204" cy="140756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D86AEC-9075-EBEA-1529-0A23B7FE237C}"/>
                  </a:ext>
                </a:extLst>
              </p:cNvPr>
              <p:cNvSpPr/>
              <p:nvPr/>
            </p:nvSpPr>
            <p:spPr>
              <a:xfrm>
                <a:off x="2360319" y="1569713"/>
                <a:ext cx="60960" cy="4572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CCF46B5-12CD-8E55-2D87-1E62D121B4C1}"/>
                </a:ext>
              </a:extLst>
            </p:cNvPr>
            <p:cNvGrpSpPr/>
            <p:nvPr/>
          </p:nvGrpSpPr>
          <p:grpSpPr>
            <a:xfrm>
              <a:off x="4766326" y="453072"/>
              <a:ext cx="2668295" cy="1688148"/>
              <a:chOff x="4781566" y="140652"/>
              <a:chExt cx="2668295" cy="168814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7B757F8-A260-40D6-4B01-F540C0629562}"/>
                  </a:ext>
                </a:extLst>
              </p:cNvPr>
              <p:cNvSpPr/>
              <p:nvPr/>
            </p:nvSpPr>
            <p:spPr>
              <a:xfrm>
                <a:off x="4781566" y="140652"/>
                <a:ext cx="2668295" cy="168814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F3F5A1C-3AC6-880B-505E-6302CA00CEE2}"/>
                  </a:ext>
                </a:extLst>
              </p:cNvPr>
              <p:cNvSpPr/>
              <p:nvPr/>
            </p:nvSpPr>
            <p:spPr>
              <a:xfrm>
                <a:off x="6160248" y="1024111"/>
                <a:ext cx="95082" cy="6092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0E867C-FAB7-722E-C3BD-84AEAA509E11}"/>
                </a:ext>
              </a:extLst>
            </p:cNvPr>
            <p:cNvGrpSpPr/>
            <p:nvPr/>
          </p:nvGrpSpPr>
          <p:grpSpPr>
            <a:xfrm>
              <a:off x="7143767" y="4615363"/>
              <a:ext cx="2575543" cy="1632991"/>
              <a:chOff x="7159007" y="4302943"/>
              <a:chExt cx="2575543" cy="1632991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4426D21-9648-1028-66C2-8001F4209168}"/>
                  </a:ext>
                </a:extLst>
              </p:cNvPr>
              <p:cNvSpPr/>
              <p:nvPr/>
            </p:nvSpPr>
            <p:spPr>
              <a:xfrm>
                <a:off x="7159007" y="4302943"/>
                <a:ext cx="2575543" cy="1632991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A5D2AAC-991E-2E0D-5F5C-AE3D659E886D}"/>
                  </a:ext>
                </a:extLst>
              </p:cNvPr>
              <p:cNvSpPr/>
              <p:nvPr/>
            </p:nvSpPr>
            <p:spPr>
              <a:xfrm>
                <a:off x="8471374" y="5125991"/>
                <a:ext cx="103208" cy="6514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45D3DC1-78AC-D99E-1845-97F0C2CAF2BF}"/>
                </a:ext>
              </a:extLst>
            </p:cNvPr>
            <p:cNvGrpSpPr/>
            <p:nvPr/>
          </p:nvGrpSpPr>
          <p:grpSpPr>
            <a:xfrm>
              <a:off x="8578215" y="1784476"/>
              <a:ext cx="2282190" cy="1632990"/>
              <a:chOff x="7776210" y="1693257"/>
              <a:chExt cx="2282190" cy="163299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A630417-2D7D-D613-F938-AF1F0DD1FC4F}"/>
                  </a:ext>
                </a:extLst>
              </p:cNvPr>
              <p:cNvSpPr/>
              <p:nvPr/>
            </p:nvSpPr>
            <p:spPr>
              <a:xfrm>
                <a:off x="7776210" y="1693257"/>
                <a:ext cx="2282190" cy="163299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AB4E199-6374-DACB-C1FC-A64FB686E454}"/>
                  </a:ext>
                </a:extLst>
              </p:cNvPr>
              <p:cNvSpPr/>
              <p:nvPr/>
            </p:nvSpPr>
            <p:spPr>
              <a:xfrm>
                <a:off x="9033509" y="2532198"/>
                <a:ext cx="45719" cy="45719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976EAFA-295A-2597-B334-29DD2F18E4D5}"/>
                </a:ext>
              </a:extLst>
            </p:cNvPr>
            <p:cNvCxnSpPr>
              <a:cxnSpLocks/>
              <a:stCxn id="47" idx="0"/>
              <a:endCxn id="41" idx="0"/>
            </p:cNvCxnSpPr>
            <p:nvPr/>
          </p:nvCxnSpPr>
          <p:spPr>
            <a:xfrm flipH="1" flipV="1">
              <a:off x="5208253" y="1050862"/>
              <a:ext cx="872507" cy="575611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43F59CD-8454-2A89-4B66-A75D12A4EA4E}"/>
                </a:ext>
              </a:extLst>
            </p:cNvPr>
            <p:cNvCxnSpPr>
              <a:cxnSpLocks/>
              <a:stCxn id="51" idx="0"/>
              <a:endCxn id="43" idx="0"/>
            </p:cNvCxnSpPr>
            <p:nvPr/>
          </p:nvCxnSpPr>
          <p:spPr>
            <a:xfrm flipH="1" flipV="1">
              <a:off x="3130454" y="4698397"/>
              <a:ext cx="756237" cy="1011285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1F06C6A-8702-C08D-0763-7E7F928AD256}"/>
                </a:ext>
              </a:extLst>
            </p:cNvPr>
            <p:cNvCxnSpPr>
              <a:cxnSpLocks/>
              <a:stCxn id="53" idx="0"/>
              <a:endCxn id="45" idx="0"/>
            </p:cNvCxnSpPr>
            <p:nvPr/>
          </p:nvCxnSpPr>
          <p:spPr>
            <a:xfrm flipH="1">
              <a:off x="8554815" y="5212811"/>
              <a:ext cx="694659" cy="531463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75E4B67-9865-280F-D4AA-6DDE95CACCA5}"/>
                </a:ext>
              </a:extLst>
            </p:cNvPr>
            <p:cNvCxnSpPr>
              <a:cxnSpLocks/>
              <a:stCxn id="55" idx="0"/>
              <a:endCxn id="49" idx="0"/>
            </p:cNvCxnSpPr>
            <p:nvPr/>
          </p:nvCxnSpPr>
          <p:spPr>
            <a:xfrm>
              <a:off x="1756847" y="2126097"/>
              <a:ext cx="869981" cy="6623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FBB2390-8E2C-4534-64C1-7FC3175FE400}"/>
                </a:ext>
              </a:extLst>
            </p:cNvPr>
            <p:cNvCxnSpPr>
              <a:cxnSpLocks/>
              <a:stCxn id="57" idx="0"/>
              <a:endCxn id="41" idx="0"/>
            </p:cNvCxnSpPr>
            <p:nvPr/>
          </p:nvCxnSpPr>
          <p:spPr>
            <a:xfrm flipH="1">
              <a:off x="5208253" y="995283"/>
              <a:ext cx="1745014" cy="55579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D02D63E-3553-3C6E-1D7B-84048A502560}"/>
                </a:ext>
              </a:extLst>
            </p:cNvPr>
            <p:cNvCxnSpPr>
              <a:cxnSpLocks/>
              <a:stCxn id="57" idx="0"/>
              <a:endCxn id="47" idx="0"/>
            </p:cNvCxnSpPr>
            <p:nvPr/>
          </p:nvCxnSpPr>
          <p:spPr>
            <a:xfrm flipH="1">
              <a:off x="6080760" y="995283"/>
              <a:ext cx="872507" cy="63119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9B46553-1CFD-314C-BDE9-628DE4382134}"/>
                </a:ext>
              </a:extLst>
            </p:cNvPr>
            <p:cNvCxnSpPr>
              <a:cxnSpLocks/>
              <a:stCxn id="59" idx="0"/>
              <a:endCxn id="45" idx="0"/>
            </p:cNvCxnSpPr>
            <p:nvPr/>
          </p:nvCxnSpPr>
          <p:spPr>
            <a:xfrm>
              <a:off x="7625122" y="5197689"/>
              <a:ext cx="929693" cy="546585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0E09008-A80B-C5CC-B8C2-6EFAEBDFF0A6}"/>
                </a:ext>
              </a:extLst>
            </p:cNvPr>
            <p:cNvCxnSpPr>
              <a:cxnSpLocks/>
              <a:stCxn id="59" idx="0"/>
              <a:endCxn id="53" idx="0"/>
            </p:cNvCxnSpPr>
            <p:nvPr/>
          </p:nvCxnSpPr>
          <p:spPr>
            <a:xfrm>
              <a:off x="7625122" y="5197689"/>
              <a:ext cx="1624352" cy="15122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91438AF-2C45-AD94-3276-AEEF5BDB9D79}"/>
                </a:ext>
              </a:extLst>
            </p:cNvPr>
            <p:cNvCxnSpPr>
              <a:cxnSpLocks/>
              <a:stCxn id="63" idx="0"/>
              <a:endCxn id="61" idx="0"/>
            </p:cNvCxnSpPr>
            <p:nvPr/>
          </p:nvCxnSpPr>
          <p:spPr>
            <a:xfrm>
              <a:off x="9333327" y="2177639"/>
              <a:ext cx="831213" cy="86768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72E7A58-7068-F0AC-70B3-6C82ACDCA946}"/>
                </a:ext>
              </a:extLst>
            </p:cNvPr>
            <p:cNvGrpSpPr/>
            <p:nvPr/>
          </p:nvGrpSpPr>
          <p:grpSpPr>
            <a:xfrm>
              <a:off x="9142827" y="1993489"/>
              <a:ext cx="381000" cy="381000"/>
              <a:chOff x="8445500" y="3238500"/>
              <a:chExt cx="381000" cy="38100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F9C80EDA-B4AA-4F84-E6D3-11DDEF91DC2F}"/>
                  </a:ext>
                </a:extLst>
              </p:cNvPr>
              <p:cNvSpPr/>
              <p:nvPr/>
            </p:nvSpPr>
            <p:spPr>
              <a:xfrm>
                <a:off x="8445500" y="3238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2AF2627-C0D1-66DF-0C08-DCABBF8F0CBF}"/>
                  </a:ext>
                </a:extLst>
              </p:cNvPr>
              <p:cNvSpPr/>
              <p:nvPr/>
            </p:nvSpPr>
            <p:spPr>
              <a:xfrm>
                <a:off x="8629650" y="342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13D24A0-DB57-4A97-8DF7-7118FF021EC0}"/>
                </a:ext>
              </a:extLst>
            </p:cNvPr>
            <p:cNvGrpSpPr/>
            <p:nvPr/>
          </p:nvGrpSpPr>
          <p:grpSpPr>
            <a:xfrm>
              <a:off x="9974040" y="2861169"/>
              <a:ext cx="381000" cy="381000"/>
              <a:chOff x="8105204" y="4508500"/>
              <a:chExt cx="381000" cy="38100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78F6634-2DBA-97D6-7C3A-14B29C42CC11}"/>
                  </a:ext>
                </a:extLst>
              </p:cNvPr>
              <p:cNvSpPr/>
              <p:nvPr/>
            </p:nvSpPr>
            <p:spPr>
              <a:xfrm>
                <a:off x="8105204" y="4508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2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D946184-4641-4362-7C79-98B9A6643979}"/>
                  </a:ext>
                </a:extLst>
              </p:cNvPr>
              <p:cNvSpPr/>
              <p:nvPr/>
            </p:nvSpPr>
            <p:spPr>
              <a:xfrm>
                <a:off x="8289354" y="469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BF63581-6CED-02BB-B870-B5EDC3975B54}"/>
                </a:ext>
              </a:extLst>
            </p:cNvPr>
            <p:cNvGrpSpPr/>
            <p:nvPr/>
          </p:nvGrpSpPr>
          <p:grpSpPr>
            <a:xfrm>
              <a:off x="7434622" y="5013539"/>
              <a:ext cx="381000" cy="381000"/>
              <a:chOff x="7175500" y="5438204"/>
              <a:chExt cx="381000" cy="381000"/>
            </a:xfrm>
          </p:grpSpPr>
          <p:sp>
            <p:nvSpPr>
              <p:cNvPr id="58" name="Diamond 57">
                <a:extLst>
                  <a:ext uri="{FF2B5EF4-FFF2-40B4-BE49-F238E27FC236}">
                    <a16:creationId xmlns:a16="http://schemas.microsoft.com/office/drawing/2014/main" id="{442F5A91-5BDF-3272-9D2C-8B14435A78BF}"/>
                  </a:ext>
                </a:extLst>
              </p:cNvPr>
              <p:cNvSpPr/>
              <p:nvPr/>
            </p:nvSpPr>
            <p:spPr>
              <a:xfrm>
                <a:off x="7175500" y="5438204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3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7765A6E-CEB8-445B-5A94-97B9272F4F92}"/>
                  </a:ext>
                </a:extLst>
              </p:cNvPr>
              <p:cNvSpPr/>
              <p:nvPr/>
            </p:nvSpPr>
            <p:spPr>
              <a:xfrm>
                <a:off x="7359650" y="5622354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5B3A72D-8AA3-773F-8D08-491A54278943}"/>
                </a:ext>
              </a:extLst>
            </p:cNvPr>
            <p:cNvGrpSpPr/>
            <p:nvPr/>
          </p:nvGrpSpPr>
          <p:grpSpPr>
            <a:xfrm>
              <a:off x="6762767" y="811133"/>
              <a:ext cx="381000" cy="381000"/>
              <a:chOff x="5905500" y="5778500"/>
              <a:chExt cx="381000" cy="381000"/>
            </a:xfrm>
          </p:grpSpPr>
          <p:sp>
            <p:nvSpPr>
              <p:cNvPr id="56" name="Flowchart: Merge 55">
                <a:extLst>
                  <a:ext uri="{FF2B5EF4-FFF2-40B4-BE49-F238E27FC236}">
                    <a16:creationId xmlns:a16="http://schemas.microsoft.com/office/drawing/2014/main" id="{71E605F4-8B77-7A4D-F8A5-3377AD120F08}"/>
                  </a:ext>
                </a:extLst>
              </p:cNvPr>
              <p:cNvSpPr/>
              <p:nvPr/>
            </p:nvSpPr>
            <p:spPr>
              <a:xfrm>
                <a:off x="5905500" y="5778500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4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10019FA-694C-4997-1927-2A6BDCD4D4FD}"/>
                  </a:ext>
                </a:extLst>
              </p:cNvPr>
              <p:cNvSpPr/>
              <p:nvPr/>
            </p:nvSpPr>
            <p:spPr>
              <a:xfrm>
                <a:off x="6089650" y="596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2E3FFDE-B090-805A-DA39-5B5ADF5746FB}"/>
                </a:ext>
              </a:extLst>
            </p:cNvPr>
            <p:cNvGrpSpPr/>
            <p:nvPr/>
          </p:nvGrpSpPr>
          <p:grpSpPr>
            <a:xfrm>
              <a:off x="1566347" y="1941947"/>
              <a:ext cx="381000" cy="381000"/>
              <a:chOff x="4635500" y="5438204"/>
              <a:chExt cx="381000" cy="38100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BFC108E-9DFB-FC21-2631-11C8237A1114}"/>
                  </a:ext>
                </a:extLst>
              </p:cNvPr>
              <p:cNvSpPr/>
              <p:nvPr/>
            </p:nvSpPr>
            <p:spPr>
              <a:xfrm>
                <a:off x="4635500" y="5438204"/>
                <a:ext cx="381000" cy="3810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5D817AD-D3AA-3C0F-6C56-26456A92938C}"/>
                  </a:ext>
                </a:extLst>
              </p:cNvPr>
              <p:cNvSpPr/>
              <p:nvPr/>
            </p:nvSpPr>
            <p:spPr>
              <a:xfrm>
                <a:off x="4819650" y="5622354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2AB9F92-E6DC-6C8E-BCF8-4D85CA897EE2}"/>
                </a:ext>
              </a:extLst>
            </p:cNvPr>
            <p:cNvGrpSpPr/>
            <p:nvPr/>
          </p:nvGrpSpPr>
          <p:grpSpPr>
            <a:xfrm>
              <a:off x="9058974" y="5028661"/>
              <a:ext cx="381000" cy="381000"/>
              <a:chOff x="3705796" y="4508500"/>
              <a:chExt cx="381000" cy="381000"/>
            </a:xfrm>
          </p:grpSpPr>
          <p:sp>
            <p:nvSpPr>
              <p:cNvPr id="52" name="Diamond 51">
                <a:extLst>
                  <a:ext uri="{FF2B5EF4-FFF2-40B4-BE49-F238E27FC236}">
                    <a16:creationId xmlns:a16="http://schemas.microsoft.com/office/drawing/2014/main" id="{5BBACFD9-81AB-A2B3-A3E5-1A2A9534A5BB}"/>
                  </a:ext>
                </a:extLst>
              </p:cNvPr>
              <p:cNvSpPr/>
              <p:nvPr/>
            </p:nvSpPr>
            <p:spPr>
              <a:xfrm>
                <a:off x="3705796" y="4508500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6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6A3D4B8-F672-29F5-71D7-91CA1FA16716}"/>
                  </a:ext>
                </a:extLst>
              </p:cNvPr>
              <p:cNvSpPr/>
              <p:nvPr/>
            </p:nvSpPr>
            <p:spPr>
              <a:xfrm>
                <a:off x="3889946" y="469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4C0C21E-3B2A-AB93-B026-2098A33D84F6}"/>
                </a:ext>
              </a:extLst>
            </p:cNvPr>
            <p:cNvGrpSpPr/>
            <p:nvPr/>
          </p:nvGrpSpPr>
          <p:grpSpPr>
            <a:xfrm>
              <a:off x="3696191" y="5525532"/>
              <a:ext cx="381000" cy="381000"/>
              <a:chOff x="3365500" y="3238500"/>
              <a:chExt cx="381000" cy="381000"/>
            </a:xfrm>
          </p:grpSpPr>
          <p:sp>
            <p:nvSpPr>
              <p:cNvPr id="50" name="Pentagon 49">
                <a:extLst>
                  <a:ext uri="{FF2B5EF4-FFF2-40B4-BE49-F238E27FC236}">
                    <a16:creationId xmlns:a16="http://schemas.microsoft.com/office/drawing/2014/main" id="{B23667BC-CBB8-5A68-4133-CFDE1F42D0EC}"/>
                  </a:ext>
                </a:extLst>
              </p:cNvPr>
              <p:cNvSpPr/>
              <p:nvPr/>
            </p:nvSpPr>
            <p:spPr>
              <a:xfrm>
                <a:off x="3365500" y="3238500"/>
                <a:ext cx="381000" cy="381000"/>
              </a:xfrm>
              <a:prstGeom prst="pentagon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7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745A81D-EDB1-E17C-CF33-C8F329701415}"/>
                  </a:ext>
                </a:extLst>
              </p:cNvPr>
              <p:cNvSpPr/>
              <p:nvPr/>
            </p:nvSpPr>
            <p:spPr>
              <a:xfrm>
                <a:off x="3549650" y="342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0C7147B-441C-62FB-ADEE-727200C050AD}"/>
                </a:ext>
              </a:extLst>
            </p:cNvPr>
            <p:cNvGrpSpPr/>
            <p:nvPr/>
          </p:nvGrpSpPr>
          <p:grpSpPr>
            <a:xfrm>
              <a:off x="2436328" y="2008177"/>
              <a:ext cx="381000" cy="381000"/>
              <a:chOff x="3705796" y="1968500"/>
              <a:chExt cx="381000" cy="3810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4EAAD8D-895F-F26E-0A2B-ACCA2DB34678}"/>
                  </a:ext>
                </a:extLst>
              </p:cNvPr>
              <p:cNvSpPr/>
              <p:nvPr/>
            </p:nvSpPr>
            <p:spPr>
              <a:xfrm>
                <a:off x="3705796" y="1968500"/>
                <a:ext cx="381000" cy="3810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8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2864F87-27F9-4389-1CED-C52B365C4721}"/>
                  </a:ext>
                </a:extLst>
              </p:cNvPr>
              <p:cNvSpPr/>
              <p:nvPr/>
            </p:nvSpPr>
            <p:spPr>
              <a:xfrm>
                <a:off x="3889946" y="215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4D2D1A-8ED2-98FA-B2A2-81F81CBEC471}"/>
                </a:ext>
              </a:extLst>
            </p:cNvPr>
            <p:cNvGrpSpPr/>
            <p:nvPr/>
          </p:nvGrpSpPr>
          <p:grpSpPr>
            <a:xfrm>
              <a:off x="5890260" y="1442323"/>
              <a:ext cx="381000" cy="381000"/>
              <a:chOff x="4635500" y="1038796"/>
              <a:chExt cx="381000" cy="381000"/>
            </a:xfrm>
          </p:grpSpPr>
          <p:sp>
            <p:nvSpPr>
              <p:cNvPr id="46" name="Flowchart: Merge 45">
                <a:extLst>
                  <a:ext uri="{FF2B5EF4-FFF2-40B4-BE49-F238E27FC236}">
                    <a16:creationId xmlns:a16="http://schemas.microsoft.com/office/drawing/2014/main" id="{76360E96-08F7-A618-E34F-23FB88285BBA}"/>
                  </a:ext>
                </a:extLst>
              </p:cNvPr>
              <p:cNvSpPr/>
              <p:nvPr/>
            </p:nvSpPr>
            <p:spPr>
              <a:xfrm>
                <a:off x="4635500" y="1038796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9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46ECCA5-E512-79D6-E7F5-A0F8B5946D08}"/>
                  </a:ext>
                </a:extLst>
              </p:cNvPr>
              <p:cNvSpPr/>
              <p:nvPr/>
            </p:nvSpPr>
            <p:spPr>
              <a:xfrm>
                <a:off x="4819650" y="1222946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0B1A225-25DB-B6EB-7889-7A1FD2A83AA0}"/>
                </a:ext>
              </a:extLst>
            </p:cNvPr>
            <p:cNvGrpSpPr/>
            <p:nvPr/>
          </p:nvGrpSpPr>
          <p:grpSpPr>
            <a:xfrm>
              <a:off x="8364315" y="5560124"/>
              <a:ext cx="381000" cy="381000"/>
              <a:chOff x="5905500" y="698500"/>
              <a:chExt cx="381000" cy="381000"/>
            </a:xfrm>
          </p:grpSpPr>
          <p:sp>
            <p:nvSpPr>
              <p:cNvPr id="44" name="Diamond 43">
                <a:extLst>
                  <a:ext uri="{FF2B5EF4-FFF2-40B4-BE49-F238E27FC236}">
                    <a16:creationId xmlns:a16="http://schemas.microsoft.com/office/drawing/2014/main" id="{A2CC985A-8EBB-1DF7-DFC8-60C0CDD83433}"/>
                  </a:ext>
                </a:extLst>
              </p:cNvPr>
              <p:cNvSpPr/>
              <p:nvPr/>
            </p:nvSpPr>
            <p:spPr>
              <a:xfrm>
                <a:off x="5905500" y="698500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10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5D2BA0C-CBC9-3780-AE07-3DCA7C0624B4}"/>
                  </a:ext>
                </a:extLst>
              </p:cNvPr>
              <p:cNvSpPr/>
              <p:nvPr/>
            </p:nvSpPr>
            <p:spPr>
              <a:xfrm>
                <a:off x="6089650" y="88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FD38DC5-1479-1F7A-77EA-D7B5B5F10F47}"/>
                </a:ext>
              </a:extLst>
            </p:cNvPr>
            <p:cNvGrpSpPr/>
            <p:nvPr/>
          </p:nvGrpSpPr>
          <p:grpSpPr>
            <a:xfrm>
              <a:off x="2939954" y="4514247"/>
              <a:ext cx="381000" cy="381000"/>
              <a:chOff x="7175500" y="1038796"/>
              <a:chExt cx="381000" cy="381000"/>
            </a:xfrm>
          </p:grpSpPr>
          <p:sp>
            <p:nvSpPr>
              <p:cNvPr id="42" name="Pentagon 41">
                <a:extLst>
                  <a:ext uri="{FF2B5EF4-FFF2-40B4-BE49-F238E27FC236}">
                    <a16:creationId xmlns:a16="http://schemas.microsoft.com/office/drawing/2014/main" id="{DF6EE43E-A613-465C-3BB2-905CEBA39871}"/>
                  </a:ext>
                </a:extLst>
              </p:cNvPr>
              <p:cNvSpPr/>
              <p:nvPr/>
            </p:nvSpPr>
            <p:spPr>
              <a:xfrm>
                <a:off x="7175500" y="1038796"/>
                <a:ext cx="381000" cy="381000"/>
              </a:xfrm>
              <a:prstGeom prst="pentagon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11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C0D6FCC-814D-34F1-D787-08C9BEC725F0}"/>
                  </a:ext>
                </a:extLst>
              </p:cNvPr>
              <p:cNvSpPr/>
              <p:nvPr/>
            </p:nvSpPr>
            <p:spPr>
              <a:xfrm>
                <a:off x="7359650" y="1222946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650CF07-1394-6E2A-51C4-4475D66AFFB0}"/>
                </a:ext>
              </a:extLst>
            </p:cNvPr>
            <p:cNvGrpSpPr/>
            <p:nvPr/>
          </p:nvGrpSpPr>
          <p:grpSpPr>
            <a:xfrm>
              <a:off x="5017753" y="866712"/>
              <a:ext cx="381000" cy="381000"/>
              <a:chOff x="8105204" y="1968500"/>
              <a:chExt cx="381000" cy="381000"/>
            </a:xfrm>
          </p:grpSpPr>
          <p:sp>
            <p:nvSpPr>
              <p:cNvPr id="40" name="Flowchart: Merge 39">
                <a:extLst>
                  <a:ext uri="{FF2B5EF4-FFF2-40B4-BE49-F238E27FC236}">
                    <a16:creationId xmlns:a16="http://schemas.microsoft.com/office/drawing/2014/main" id="{0A23792D-C2B6-466C-E8D8-09B5F6D5ACE6}"/>
                  </a:ext>
                </a:extLst>
              </p:cNvPr>
              <p:cNvSpPr/>
              <p:nvPr/>
            </p:nvSpPr>
            <p:spPr>
              <a:xfrm>
                <a:off x="8105204" y="1968500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F918A63-9C3C-F206-DF3F-1BBB09E61012}"/>
                  </a:ext>
                </a:extLst>
              </p:cNvPr>
              <p:cNvSpPr/>
              <p:nvPr/>
            </p:nvSpPr>
            <p:spPr>
              <a:xfrm>
                <a:off x="8289354" y="215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359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9076-3FFC-5EC5-2583-631FA7F1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8DE5-5391-A368-FB01-E0A9F4368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BE9EECD-3A93-8237-F79B-706AE4D02EA6}"/>
              </a:ext>
            </a:extLst>
          </p:cNvPr>
          <p:cNvGrpSpPr/>
          <p:nvPr/>
        </p:nvGrpSpPr>
        <p:grpSpPr>
          <a:xfrm>
            <a:off x="2533744" y="1822986"/>
            <a:ext cx="7090902" cy="4362722"/>
            <a:chOff x="1297985" y="453072"/>
            <a:chExt cx="9562420" cy="588334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0578264-9D82-CB44-F1BD-698A8BB5D23A}"/>
                </a:ext>
              </a:extLst>
            </p:cNvPr>
            <p:cNvCxnSpPr>
              <a:cxnSpLocks/>
              <a:stCxn id="24" idx="1"/>
              <a:endCxn id="18" idx="2"/>
            </p:cNvCxnSpPr>
            <p:nvPr/>
          </p:nvCxnSpPr>
          <p:spPr>
            <a:xfrm flipH="1" flipV="1">
              <a:off x="2212385" y="2219569"/>
              <a:ext cx="6243749" cy="32514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75807AA-717E-9408-EB01-D27CA22D9079}"/>
                </a:ext>
              </a:extLst>
            </p:cNvPr>
            <p:cNvCxnSpPr>
              <a:cxnSpLocks/>
              <a:stCxn id="27" idx="1"/>
              <a:endCxn id="15" idx="2"/>
            </p:cNvCxnSpPr>
            <p:nvPr/>
          </p:nvCxnSpPr>
          <p:spPr>
            <a:xfrm flipH="1">
              <a:off x="3525363" y="2646277"/>
              <a:ext cx="6310151" cy="2557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0BECA7-09C7-6CA3-F86C-03ECFE6CFEC0}"/>
                </a:ext>
              </a:extLst>
            </p:cNvPr>
            <p:cNvCxnSpPr>
              <a:cxnSpLocks/>
              <a:stCxn id="18" idx="2"/>
              <a:endCxn id="15" idx="2"/>
            </p:cNvCxnSpPr>
            <p:nvPr/>
          </p:nvCxnSpPr>
          <p:spPr>
            <a:xfrm>
              <a:off x="2212385" y="2219569"/>
              <a:ext cx="1312978" cy="29840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176B8C0-3E73-F5FA-D98E-17F032A8E703}"/>
                </a:ext>
              </a:extLst>
            </p:cNvPr>
            <p:cNvCxnSpPr>
              <a:cxnSpLocks/>
              <a:stCxn id="21" idx="2"/>
              <a:endCxn id="15" idx="2"/>
            </p:cNvCxnSpPr>
            <p:nvPr/>
          </p:nvCxnSpPr>
          <p:spPr>
            <a:xfrm flipH="1">
              <a:off x="3525363" y="1397459"/>
              <a:ext cx="2667186" cy="38061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DCDC88C-9FC4-92E5-3B79-6812CE6BF567}"/>
                </a:ext>
              </a:extLst>
            </p:cNvPr>
            <p:cNvCxnSpPr>
              <a:cxnSpLocks/>
              <a:stCxn id="24" idx="2"/>
              <a:endCxn id="15" idx="2"/>
            </p:cNvCxnSpPr>
            <p:nvPr/>
          </p:nvCxnSpPr>
          <p:spPr>
            <a:xfrm flipH="1" flipV="1">
              <a:off x="3525363" y="5203607"/>
              <a:ext cx="4982375" cy="2999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0915D5C-6739-E193-1CB2-97E8234461D1}"/>
                </a:ext>
              </a:extLst>
            </p:cNvPr>
            <p:cNvCxnSpPr>
              <a:cxnSpLocks/>
              <a:stCxn id="18" idx="3"/>
              <a:endCxn id="21" idx="1"/>
            </p:cNvCxnSpPr>
            <p:nvPr/>
          </p:nvCxnSpPr>
          <p:spPr>
            <a:xfrm flipV="1">
              <a:off x="2242865" y="1366995"/>
              <a:ext cx="3902143" cy="8297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CFCE4DA-2A35-8F7B-3D99-462586B77811}"/>
                </a:ext>
              </a:extLst>
            </p:cNvPr>
            <p:cNvCxnSpPr>
              <a:cxnSpLocks/>
              <a:stCxn id="21" idx="1"/>
              <a:endCxn id="27" idx="3"/>
            </p:cNvCxnSpPr>
            <p:nvPr/>
          </p:nvCxnSpPr>
          <p:spPr>
            <a:xfrm>
              <a:off x="6145008" y="1366995"/>
              <a:ext cx="3736225" cy="1279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D7C426F-C5AE-60E8-6410-B8D5E0DB48B8}"/>
                </a:ext>
              </a:extLst>
            </p:cNvPr>
            <p:cNvCxnSpPr>
              <a:cxnSpLocks/>
              <a:stCxn id="24" idx="2"/>
              <a:endCxn id="27" idx="2"/>
            </p:cNvCxnSpPr>
            <p:nvPr/>
          </p:nvCxnSpPr>
          <p:spPr>
            <a:xfrm flipV="1">
              <a:off x="8507738" y="2669136"/>
              <a:ext cx="1350636" cy="28344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BA137DD-EC80-EC8C-63AE-39C8017F713B}"/>
                </a:ext>
              </a:extLst>
            </p:cNvPr>
            <p:cNvCxnSpPr>
              <a:cxnSpLocks/>
              <a:stCxn id="27" idx="1"/>
              <a:endCxn id="18" idx="3"/>
            </p:cNvCxnSpPr>
            <p:nvPr/>
          </p:nvCxnSpPr>
          <p:spPr>
            <a:xfrm flipH="1" flipV="1">
              <a:off x="2242865" y="2196709"/>
              <a:ext cx="7592649" cy="4495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DFEDFB-52A0-3494-8C8C-569504577E1E}"/>
                </a:ext>
              </a:extLst>
            </p:cNvPr>
            <p:cNvCxnSpPr>
              <a:cxnSpLocks/>
              <a:stCxn id="24" idx="1"/>
              <a:endCxn id="21" idx="1"/>
            </p:cNvCxnSpPr>
            <p:nvPr/>
          </p:nvCxnSpPr>
          <p:spPr>
            <a:xfrm flipH="1" flipV="1">
              <a:off x="6145008" y="1366995"/>
              <a:ext cx="2311126" cy="41039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A08EB9A-6DCE-C6BE-FB68-7F3881B00B96}"/>
                </a:ext>
              </a:extLst>
            </p:cNvPr>
            <p:cNvSpPr>
              <a:spLocks/>
            </p:cNvSpPr>
            <p:nvPr/>
          </p:nvSpPr>
          <p:spPr>
            <a:xfrm>
              <a:off x="2315611" y="4143227"/>
              <a:ext cx="2340705" cy="219318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E40932-2C4D-E564-3C14-480A63342A81}"/>
                </a:ext>
              </a:extLst>
            </p:cNvPr>
            <p:cNvSpPr/>
            <p:nvPr/>
          </p:nvSpPr>
          <p:spPr>
            <a:xfrm>
              <a:off x="3486351" y="5130501"/>
              <a:ext cx="78024" cy="7310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9378CC-DBAF-2EC9-28B3-D06AB0601BF5}"/>
                </a:ext>
              </a:extLst>
            </p:cNvPr>
            <p:cNvGrpSpPr/>
            <p:nvPr/>
          </p:nvGrpSpPr>
          <p:grpSpPr>
            <a:xfrm>
              <a:off x="1297985" y="1510909"/>
              <a:ext cx="2064204" cy="1407562"/>
              <a:chOff x="1476399" y="906773"/>
              <a:chExt cx="2064204" cy="140756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D5A82D-A2B1-4ED0-A1E2-4E02EADE6E13}"/>
                  </a:ext>
                </a:extLst>
              </p:cNvPr>
              <p:cNvSpPr/>
              <p:nvPr/>
            </p:nvSpPr>
            <p:spPr>
              <a:xfrm>
                <a:off x="1476399" y="906773"/>
                <a:ext cx="2064204" cy="140756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43FAD52-FF66-2ADE-D407-0EB42ABF64DA}"/>
                  </a:ext>
                </a:extLst>
              </p:cNvPr>
              <p:cNvSpPr/>
              <p:nvPr/>
            </p:nvSpPr>
            <p:spPr>
              <a:xfrm>
                <a:off x="2360319" y="1569713"/>
                <a:ext cx="60960" cy="4572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39FCD31-0B8C-D92B-B5DB-D1BA12C7B59D}"/>
                </a:ext>
              </a:extLst>
            </p:cNvPr>
            <p:cNvGrpSpPr/>
            <p:nvPr/>
          </p:nvGrpSpPr>
          <p:grpSpPr>
            <a:xfrm>
              <a:off x="4766326" y="453072"/>
              <a:ext cx="2668295" cy="1688148"/>
              <a:chOff x="4781566" y="140652"/>
              <a:chExt cx="2668295" cy="168814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26A83D3-EA8D-0593-A270-1EB135C18A59}"/>
                  </a:ext>
                </a:extLst>
              </p:cNvPr>
              <p:cNvSpPr/>
              <p:nvPr/>
            </p:nvSpPr>
            <p:spPr>
              <a:xfrm>
                <a:off x="4781566" y="140652"/>
                <a:ext cx="2668295" cy="168814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37578DD-FC06-FEE5-EC73-1A6E4DF13A03}"/>
                  </a:ext>
                </a:extLst>
              </p:cNvPr>
              <p:cNvSpPr/>
              <p:nvPr/>
            </p:nvSpPr>
            <p:spPr>
              <a:xfrm>
                <a:off x="6160248" y="1024111"/>
                <a:ext cx="95082" cy="6092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DA5B2B2-C22B-C8FE-A18E-30AF2AF2909D}"/>
                </a:ext>
              </a:extLst>
            </p:cNvPr>
            <p:cNvGrpSpPr/>
            <p:nvPr/>
          </p:nvGrpSpPr>
          <p:grpSpPr>
            <a:xfrm>
              <a:off x="7143767" y="4615363"/>
              <a:ext cx="2575543" cy="1632991"/>
              <a:chOff x="7159007" y="4302943"/>
              <a:chExt cx="2575543" cy="163299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CC3D7DB-1EED-CA26-CF98-A9C1AF462D4D}"/>
                  </a:ext>
                </a:extLst>
              </p:cNvPr>
              <p:cNvSpPr/>
              <p:nvPr/>
            </p:nvSpPr>
            <p:spPr>
              <a:xfrm>
                <a:off x="7159007" y="4302943"/>
                <a:ext cx="2575543" cy="1632991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277C585-4093-05CE-E012-F613083F7C5E}"/>
                  </a:ext>
                </a:extLst>
              </p:cNvPr>
              <p:cNvSpPr/>
              <p:nvPr/>
            </p:nvSpPr>
            <p:spPr>
              <a:xfrm>
                <a:off x="8471374" y="5125991"/>
                <a:ext cx="103208" cy="6514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1147892-8CCC-3CC1-8D5F-87B84248A4D9}"/>
                </a:ext>
              </a:extLst>
            </p:cNvPr>
            <p:cNvGrpSpPr/>
            <p:nvPr/>
          </p:nvGrpSpPr>
          <p:grpSpPr>
            <a:xfrm>
              <a:off x="8578215" y="1784476"/>
              <a:ext cx="2282190" cy="1632990"/>
              <a:chOff x="7776210" y="1693257"/>
              <a:chExt cx="2282190" cy="163299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46B07AC-39B8-58F6-9233-50022EACA9EB}"/>
                  </a:ext>
                </a:extLst>
              </p:cNvPr>
              <p:cNvSpPr/>
              <p:nvPr/>
            </p:nvSpPr>
            <p:spPr>
              <a:xfrm>
                <a:off x="7776210" y="1693257"/>
                <a:ext cx="2282190" cy="163299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83A1E44-C5C5-71BA-03FA-B397C462D344}"/>
                  </a:ext>
                </a:extLst>
              </p:cNvPr>
              <p:cNvSpPr/>
              <p:nvPr/>
            </p:nvSpPr>
            <p:spPr>
              <a:xfrm>
                <a:off x="9033509" y="2532198"/>
                <a:ext cx="45719" cy="45719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AF15F82-A217-7CE7-59B6-2EFA59C318E9}"/>
                </a:ext>
              </a:extLst>
            </p:cNvPr>
            <p:cNvCxnSpPr>
              <a:cxnSpLocks/>
              <a:stCxn id="63" idx="0"/>
              <a:endCxn id="72" idx="0"/>
            </p:cNvCxnSpPr>
            <p:nvPr/>
          </p:nvCxnSpPr>
          <p:spPr>
            <a:xfrm flipH="1" flipV="1">
              <a:off x="5208253" y="1050862"/>
              <a:ext cx="872507" cy="575611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1EEB69E-8FEB-7EDB-1DC3-BF984FAA07E0}"/>
                </a:ext>
              </a:extLst>
            </p:cNvPr>
            <p:cNvCxnSpPr>
              <a:cxnSpLocks/>
              <a:stCxn id="57" idx="0"/>
              <a:endCxn id="69" idx="0"/>
            </p:cNvCxnSpPr>
            <p:nvPr/>
          </p:nvCxnSpPr>
          <p:spPr>
            <a:xfrm flipH="1" flipV="1">
              <a:off x="3130454" y="4698397"/>
              <a:ext cx="756237" cy="1011285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9F353EE-E113-5A95-795D-C9A77905A405}"/>
                </a:ext>
              </a:extLst>
            </p:cNvPr>
            <p:cNvCxnSpPr>
              <a:cxnSpLocks/>
              <a:stCxn id="54" idx="0"/>
              <a:endCxn id="66" idx="0"/>
            </p:cNvCxnSpPr>
            <p:nvPr/>
          </p:nvCxnSpPr>
          <p:spPr>
            <a:xfrm flipH="1">
              <a:off x="8554815" y="5212811"/>
              <a:ext cx="694659" cy="531463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B11E630-4B01-62F0-611E-884349EC72B9}"/>
                </a:ext>
              </a:extLst>
            </p:cNvPr>
            <p:cNvCxnSpPr>
              <a:cxnSpLocks/>
              <a:stCxn id="51" idx="0"/>
              <a:endCxn id="60" idx="0"/>
            </p:cNvCxnSpPr>
            <p:nvPr/>
          </p:nvCxnSpPr>
          <p:spPr>
            <a:xfrm>
              <a:off x="1756847" y="2126097"/>
              <a:ext cx="869981" cy="6623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AF3466D-6648-8789-7DED-D6BC24FE32F7}"/>
                </a:ext>
              </a:extLst>
            </p:cNvPr>
            <p:cNvCxnSpPr>
              <a:cxnSpLocks/>
              <a:stCxn id="48" idx="0"/>
              <a:endCxn id="72" idx="0"/>
            </p:cNvCxnSpPr>
            <p:nvPr/>
          </p:nvCxnSpPr>
          <p:spPr>
            <a:xfrm flipH="1">
              <a:off x="5208253" y="995283"/>
              <a:ext cx="1745014" cy="55579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C1B9ED0-3DE8-AA6E-CD68-D2ADABB993EC}"/>
                </a:ext>
              </a:extLst>
            </p:cNvPr>
            <p:cNvCxnSpPr>
              <a:cxnSpLocks/>
              <a:stCxn id="48" idx="0"/>
              <a:endCxn id="63" idx="0"/>
            </p:cNvCxnSpPr>
            <p:nvPr/>
          </p:nvCxnSpPr>
          <p:spPr>
            <a:xfrm flipH="1">
              <a:off x="6080760" y="995283"/>
              <a:ext cx="872507" cy="63119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A492A0A-92BE-F830-EFD4-534041500BCD}"/>
                </a:ext>
              </a:extLst>
            </p:cNvPr>
            <p:cNvCxnSpPr>
              <a:cxnSpLocks/>
              <a:stCxn id="45" idx="0"/>
              <a:endCxn id="66" idx="0"/>
            </p:cNvCxnSpPr>
            <p:nvPr/>
          </p:nvCxnSpPr>
          <p:spPr>
            <a:xfrm>
              <a:off x="7625122" y="5197689"/>
              <a:ext cx="929693" cy="546585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BA412B9-EA53-72C0-6409-738297CE9D1B}"/>
                </a:ext>
              </a:extLst>
            </p:cNvPr>
            <p:cNvCxnSpPr>
              <a:cxnSpLocks/>
              <a:stCxn id="45" idx="0"/>
              <a:endCxn id="54" idx="0"/>
            </p:cNvCxnSpPr>
            <p:nvPr/>
          </p:nvCxnSpPr>
          <p:spPr>
            <a:xfrm>
              <a:off x="7625122" y="5197689"/>
              <a:ext cx="1624352" cy="15122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6956E3B-72C2-DF66-B979-CF730E0260C7}"/>
                </a:ext>
              </a:extLst>
            </p:cNvPr>
            <p:cNvCxnSpPr>
              <a:cxnSpLocks/>
              <a:stCxn id="39" idx="0"/>
              <a:endCxn id="42" idx="0"/>
            </p:cNvCxnSpPr>
            <p:nvPr/>
          </p:nvCxnSpPr>
          <p:spPr>
            <a:xfrm>
              <a:off x="9333327" y="2177639"/>
              <a:ext cx="831213" cy="86768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988020D-EA49-CCC7-ADC2-98EFCD7BEBC7}"/>
                </a:ext>
              </a:extLst>
            </p:cNvPr>
            <p:cNvGrpSpPr/>
            <p:nvPr/>
          </p:nvGrpSpPr>
          <p:grpSpPr>
            <a:xfrm>
              <a:off x="9142827" y="1993489"/>
              <a:ext cx="381000" cy="381000"/>
              <a:chOff x="8445500" y="3238500"/>
              <a:chExt cx="381000" cy="381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D576DC7-CD02-1D84-18D5-FA5A9B43E916}"/>
                  </a:ext>
                </a:extLst>
              </p:cNvPr>
              <p:cNvSpPr/>
              <p:nvPr/>
            </p:nvSpPr>
            <p:spPr>
              <a:xfrm>
                <a:off x="8445500" y="3238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4C9A475-FC82-4AA4-4FFF-E1B71AEE2F81}"/>
                  </a:ext>
                </a:extLst>
              </p:cNvPr>
              <p:cNvSpPr/>
              <p:nvPr/>
            </p:nvSpPr>
            <p:spPr>
              <a:xfrm>
                <a:off x="8629650" y="342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84A54EA-FBC6-7C39-5461-392DF6C629E5}"/>
                </a:ext>
              </a:extLst>
            </p:cNvPr>
            <p:cNvGrpSpPr/>
            <p:nvPr/>
          </p:nvGrpSpPr>
          <p:grpSpPr>
            <a:xfrm>
              <a:off x="9974040" y="2861169"/>
              <a:ext cx="381000" cy="381000"/>
              <a:chOff x="8105204" y="4508500"/>
              <a:chExt cx="381000" cy="381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1F4D54F-3FEC-9B24-C9D3-FC2A21688FFF}"/>
                  </a:ext>
                </a:extLst>
              </p:cNvPr>
              <p:cNvSpPr/>
              <p:nvPr/>
            </p:nvSpPr>
            <p:spPr>
              <a:xfrm>
                <a:off x="8105204" y="4508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2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866306F-31B3-C927-8F8D-308E7CB2199F}"/>
                  </a:ext>
                </a:extLst>
              </p:cNvPr>
              <p:cNvSpPr/>
              <p:nvPr/>
            </p:nvSpPr>
            <p:spPr>
              <a:xfrm>
                <a:off x="8289354" y="469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DEBB74F-A4F3-4CFE-E2A4-5E3E9409B28A}"/>
                </a:ext>
              </a:extLst>
            </p:cNvPr>
            <p:cNvGrpSpPr/>
            <p:nvPr/>
          </p:nvGrpSpPr>
          <p:grpSpPr>
            <a:xfrm>
              <a:off x="7434622" y="5013539"/>
              <a:ext cx="381000" cy="381000"/>
              <a:chOff x="7175500" y="5438204"/>
              <a:chExt cx="381000" cy="381000"/>
            </a:xfrm>
          </p:grpSpPr>
          <p:sp>
            <p:nvSpPr>
              <p:cNvPr id="44" name="Diamond 43">
                <a:extLst>
                  <a:ext uri="{FF2B5EF4-FFF2-40B4-BE49-F238E27FC236}">
                    <a16:creationId xmlns:a16="http://schemas.microsoft.com/office/drawing/2014/main" id="{68699AEC-47C8-7731-1315-DD1DC16C377F}"/>
                  </a:ext>
                </a:extLst>
              </p:cNvPr>
              <p:cNvSpPr/>
              <p:nvPr/>
            </p:nvSpPr>
            <p:spPr>
              <a:xfrm>
                <a:off x="7175500" y="5438204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3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63375BB-D04C-A2BA-653B-F5D36D6ABDFA}"/>
                  </a:ext>
                </a:extLst>
              </p:cNvPr>
              <p:cNvSpPr/>
              <p:nvPr/>
            </p:nvSpPr>
            <p:spPr>
              <a:xfrm>
                <a:off x="7359650" y="5622354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96ABD3E-5763-44FE-DCBC-18BAB99049E7}"/>
                </a:ext>
              </a:extLst>
            </p:cNvPr>
            <p:cNvGrpSpPr/>
            <p:nvPr/>
          </p:nvGrpSpPr>
          <p:grpSpPr>
            <a:xfrm>
              <a:off x="6762767" y="811133"/>
              <a:ext cx="381000" cy="381000"/>
              <a:chOff x="5905500" y="5778500"/>
              <a:chExt cx="381000" cy="381000"/>
            </a:xfrm>
          </p:grpSpPr>
          <p:sp>
            <p:nvSpPr>
              <p:cNvPr id="47" name="Flowchart: Merge 46">
                <a:extLst>
                  <a:ext uri="{FF2B5EF4-FFF2-40B4-BE49-F238E27FC236}">
                    <a16:creationId xmlns:a16="http://schemas.microsoft.com/office/drawing/2014/main" id="{6C11EAE0-9B83-6C12-71E6-9CD94E7B8213}"/>
                  </a:ext>
                </a:extLst>
              </p:cNvPr>
              <p:cNvSpPr/>
              <p:nvPr/>
            </p:nvSpPr>
            <p:spPr>
              <a:xfrm>
                <a:off x="5905500" y="5778500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4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EA2137C-27D8-1BBD-DFF5-FB48AD3B03DA}"/>
                  </a:ext>
                </a:extLst>
              </p:cNvPr>
              <p:cNvSpPr/>
              <p:nvPr/>
            </p:nvSpPr>
            <p:spPr>
              <a:xfrm>
                <a:off x="6089650" y="596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D00A5B6-E231-86EF-D38C-3BF40CA77D60}"/>
                </a:ext>
              </a:extLst>
            </p:cNvPr>
            <p:cNvGrpSpPr/>
            <p:nvPr/>
          </p:nvGrpSpPr>
          <p:grpSpPr>
            <a:xfrm>
              <a:off x="1566347" y="1941947"/>
              <a:ext cx="381000" cy="381000"/>
              <a:chOff x="4635500" y="5438204"/>
              <a:chExt cx="381000" cy="3810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BBA8757-8A0F-2835-5C1B-7C6A4DF61B5C}"/>
                  </a:ext>
                </a:extLst>
              </p:cNvPr>
              <p:cNvSpPr/>
              <p:nvPr/>
            </p:nvSpPr>
            <p:spPr>
              <a:xfrm>
                <a:off x="4635500" y="5438204"/>
                <a:ext cx="381000" cy="3810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3F1210A-029C-0FEE-8DCD-2B40E237FD01}"/>
                  </a:ext>
                </a:extLst>
              </p:cNvPr>
              <p:cNvSpPr/>
              <p:nvPr/>
            </p:nvSpPr>
            <p:spPr>
              <a:xfrm>
                <a:off x="4819650" y="5622354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8019518-C304-FC52-7B99-35A9DC22E9EB}"/>
                </a:ext>
              </a:extLst>
            </p:cNvPr>
            <p:cNvGrpSpPr/>
            <p:nvPr/>
          </p:nvGrpSpPr>
          <p:grpSpPr>
            <a:xfrm>
              <a:off x="9058974" y="5028661"/>
              <a:ext cx="381000" cy="381000"/>
              <a:chOff x="3705796" y="4508500"/>
              <a:chExt cx="381000" cy="381000"/>
            </a:xfrm>
          </p:grpSpPr>
          <p:sp>
            <p:nvSpPr>
              <p:cNvPr id="53" name="Diamond 52">
                <a:extLst>
                  <a:ext uri="{FF2B5EF4-FFF2-40B4-BE49-F238E27FC236}">
                    <a16:creationId xmlns:a16="http://schemas.microsoft.com/office/drawing/2014/main" id="{C214C8AD-72A9-EF77-8C69-9A937808EDC8}"/>
                  </a:ext>
                </a:extLst>
              </p:cNvPr>
              <p:cNvSpPr/>
              <p:nvPr/>
            </p:nvSpPr>
            <p:spPr>
              <a:xfrm>
                <a:off x="3705796" y="4508500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6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1394910-1F27-39B2-6B90-40E22FF6AEDA}"/>
                  </a:ext>
                </a:extLst>
              </p:cNvPr>
              <p:cNvSpPr/>
              <p:nvPr/>
            </p:nvSpPr>
            <p:spPr>
              <a:xfrm>
                <a:off x="3889946" y="469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F0461C2-F6C2-72CB-3DCF-A24E08BCA77C}"/>
                </a:ext>
              </a:extLst>
            </p:cNvPr>
            <p:cNvGrpSpPr/>
            <p:nvPr/>
          </p:nvGrpSpPr>
          <p:grpSpPr>
            <a:xfrm>
              <a:off x="3696191" y="5525532"/>
              <a:ext cx="381000" cy="381000"/>
              <a:chOff x="3365500" y="3238500"/>
              <a:chExt cx="381000" cy="381000"/>
            </a:xfrm>
          </p:grpSpPr>
          <p:sp>
            <p:nvSpPr>
              <p:cNvPr id="56" name="Pentagon 55">
                <a:extLst>
                  <a:ext uri="{FF2B5EF4-FFF2-40B4-BE49-F238E27FC236}">
                    <a16:creationId xmlns:a16="http://schemas.microsoft.com/office/drawing/2014/main" id="{2EA67B56-269C-6044-F12D-C8E402CBC7BE}"/>
                  </a:ext>
                </a:extLst>
              </p:cNvPr>
              <p:cNvSpPr/>
              <p:nvPr/>
            </p:nvSpPr>
            <p:spPr>
              <a:xfrm>
                <a:off x="3365500" y="3238500"/>
                <a:ext cx="381000" cy="381000"/>
              </a:xfrm>
              <a:prstGeom prst="pentagon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7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22A0EEE-7786-E5E6-AA4C-4F95FBFD1E57}"/>
                  </a:ext>
                </a:extLst>
              </p:cNvPr>
              <p:cNvSpPr/>
              <p:nvPr/>
            </p:nvSpPr>
            <p:spPr>
              <a:xfrm>
                <a:off x="3549650" y="342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CB39477-3B75-B56C-C92A-D61B7F74DF7B}"/>
                </a:ext>
              </a:extLst>
            </p:cNvPr>
            <p:cNvGrpSpPr/>
            <p:nvPr/>
          </p:nvGrpSpPr>
          <p:grpSpPr>
            <a:xfrm>
              <a:off x="2436328" y="2008177"/>
              <a:ext cx="381000" cy="381000"/>
              <a:chOff x="3705796" y="1968500"/>
              <a:chExt cx="381000" cy="381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94362BE-05F7-A4D5-6A39-E2517D25633C}"/>
                  </a:ext>
                </a:extLst>
              </p:cNvPr>
              <p:cNvSpPr/>
              <p:nvPr/>
            </p:nvSpPr>
            <p:spPr>
              <a:xfrm>
                <a:off x="3705796" y="1968500"/>
                <a:ext cx="381000" cy="3810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8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4815B9F-AA63-1C8F-CD97-172957719CFE}"/>
                  </a:ext>
                </a:extLst>
              </p:cNvPr>
              <p:cNvSpPr/>
              <p:nvPr/>
            </p:nvSpPr>
            <p:spPr>
              <a:xfrm>
                <a:off x="3889946" y="215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91A267-D854-401D-F02D-572A37E073DF}"/>
                </a:ext>
              </a:extLst>
            </p:cNvPr>
            <p:cNvGrpSpPr/>
            <p:nvPr/>
          </p:nvGrpSpPr>
          <p:grpSpPr>
            <a:xfrm>
              <a:off x="5890260" y="1442323"/>
              <a:ext cx="381000" cy="381000"/>
              <a:chOff x="4635500" y="1038796"/>
              <a:chExt cx="381000" cy="381000"/>
            </a:xfrm>
          </p:grpSpPr>
          <p:sp>
            <p:nvSpPr>
              <p:cNvPr id="62" name="Flowchart: Merge 61">
                <a:extLst>
                  <a:ext uri="{FF2B5EF4-FFF2-40B4-BE49-F238E27FC236}">
                    <a16:creationId xmlns:a16="http://schemas.microsoft.com/office/drawing/2014/main" id="{A4504E6C-D371-5E3F-BCC1-766FF62020AE}"/>
                  </a:ext>
                </a:extLst>
              </p:cNvPr>
              <p:cNvSpPr/>
              <p:nvPr/>
            </p:nvSpPr>
            <p:spPr>
              <a:xfrm>
                <a:off x="4635500" y="1038796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9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11B7E4E-B5EB-B129-D0D6-584C99200E23}"/>
                  </a:ext>
                </a:extLst>
              </p:cNvPr>
              <p:cNvSpPr/>
              <p:nvPr/>
            </p:nvSpPr>
            <p:spPr>
              <a:xfrm>
                <a:off x="4819650" y="1222946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BC5F584-57B5-39C8-0F57-9482ADD29C77}"/>
                </a:ext>
              </a:extLst>
            </p:cNvPr>
            <p:cNvGrpSpPr/>
            <p:nvPr/>
          </p:nvGrpSpPr>
          <p:grpSpPr>
            <a:xfrm>
              <a:off x="8364315" y="5560124"/>
              <a:ext cx="381000" cy="381000"/>
              <a:chOff x="5905500" y="698500"/>
              <a:chExt cx="381000" cy="381000"/>
            </a:xfrm>
          </p:grpSpPr>
          <p:sp>
            <p:nvSpPr>
              <p:cNvPr id="65" name="Diamond 64">
                <a:extLst>
                  <a:ext uri="{FF2B5EF4-FFF2-40B4-BE49-F238E27FC236}">
                    <a16:creationId xmlns:a16="http://schemas.microsoft.com/office/drawing/2014/main" id="{82B74358-58EC-84DF-B547-3BA498EB4D21}"/>
                  </a:ext>
                </a:extLst>
              </p:cNvPr>
              <p:cNvSpPr/>
              <p:nvPr/>
            </p:nvSpPr>
            <p:spPr>
              <a:xfrm>
                <a:off x="5905500" y="698500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10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32DF2EA-4F20-FB94-0418-E07607A3D76A}"/>
                  </a:ext>
                </a:extLst>
              </p:cNvPr>
              <p:cNvSpPr/>
              <p:nvPr/>
            </p:nvSpPr>
            <p:spPr>
              <a:xfrm>
                <a:off x="6089650" y="88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381A04C-C339-44D8-C6E8-32B7042E04F9}"/>
                </a:ext>
              </a:extLst>
            </p:cNvPr>
            <p:cNvGrpSpPr/>
            <p:nvPr/>
          </p:nvGrpSpPr>
          <p:grpSpPr>
            <a:xfrm>
              <a:off x="2939954" y="4514247"/>
              <a:ext cx="381000" cy="381000"/>
              <a:chOff x="7175500" y="1038796"/>
              <a:chExt cx="381000" cy="381000"/>
            </a:xfrm>
          </p:grpSpPr>
          <p:sp>
            <p:nvSpPr>
              <p:cNvPr id="68" name="Pentagon 67">
                <a:extLst>
                  <a:ext uri="{FF2B5EF4-FFF2-40B4-BE49-F238E27FC236}">
                    <a16:creationId xmlns:a16="http://schemas.microsoft.com/office/drawing/2014/main" id="{625B4979-7426-679B-67C5-45A8C61E8369}"/>
                  </a:ext>
                </a:extLst>
              </p:cNvPr>
              <p:cNvSpPr/>
              <p:nvPr/>
            </p:nvSpPr>
            <p:spPr>
              <a:xfrm>
                <a:off x="7175500" y="1038796"/>
                <a:ext cx="381000" cy="381000"/>
              </a:xfrm>
              <a:prstGeom prst="pentagon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11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5202F86-8A6E-9C28-3AC4-12EE5A545C1E}"/>
                  </a:ext>
                </a:extLst>
              </p:cNvPr>
              <p:cNvSpPr/>
              <p:nvPr/>
            </p:nvSpPr>
            <p:spPr>
              <a:xfrm>
                <a:off x="7359650" y="1222946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A9AE156-D870-91FE-5AC2-3D3C250622FB}"/>
                </a:ext>
              </a:extLst>
            </p:cNvPr>
            <p:cNvGrpSpPr/>
            <p:nvPr/>
          </p:nvGrpSpPr>
          <p:grpSpPr>
            <a:xfrm>
              <a:off x="5017753" y="866712"/>
              <a:ext cx="381000" cy="381000"/>
              <a:chOff x="8105204" y="1968500"/>
              <a:chExt cx="381000" cy="381000"/>
            </a:xfrm>
          </p:grpSpPr>
          <p:sp>
            <p:nvSpPr>
              <p:cNvPr id="71" name="Flowchart: Merge 70">
                <a:extLst>
                  <a:ext uri="{FF2B5EF4-FFF2-40B4-BE49-F238E27FC236}">
                    <a16:creationId xmlns:a16="http://schemas.microsoft.com/office/drawing/2014/main" id="{FB132ED6-38E9-C344-818F-AEA6A22956D0}"/>
                  </a:ext>
                </a:extLst>
              </p:cNvPr>
              <p:cNvSpPr/>
              <p:nvPr/>
            </p:nvSpPr>
            <p:spPr>
              <a:xfrm>
                <a:off x="8105204" y="1968500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2E19DF4B-3B5D-1EA7-63ED-5D9E40FB8F7C}"/>
                  </a:ext>
                </a:extLst>
              </p:cNvPr>
              <p:cNvSpPr/>
              <p:nvPr/>
            </p:nvSpPr>
            <p:spPr>
              <a:xfrm>
                <a:off x="8289354" y="215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9725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D3C2DE-76AB-6EAD-B886-122D56040CC2}"/>
              </a:ext>
            </a:extLst>
          </p:cNvPr>
          <p:cNvGrpSpPr/>
          <p:nvPr/>
        </p:nvGrpSpPr>
        <p:grpSpPr>
          <a:xfrm>
            <a:off x="1377696" y="525780"/>
            <a:ext cx="9436608" cy="5806440"/>
            <a:chOff x="1297985" y="453072"/>
            <a:chExt cx="9562420" cy="588334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8670A37-BBEB-3625-AF09-8775B94D99EF}"/>
                </a:ext>
              </a:extLst>
            </p:cNvPr>
            <p:cNvCxnSpPr>
              <a:cxnSpLocks/>
              <a:stCxn id="67" idx="1"/>
              <a:endCxn id="71" idx="2"/>
            </p:cNvCxnSpPr>
            <p:nvPr/>
          </p:nvCxnSpPr>
          <p:spPr>
            <a:xfrm flipH="1" flipV="1">
              <a:off x="2212385" y="2219569"/>
              <a:ext cx="6243749" cy="32514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123D630-74E2-DBDF-6371-12E7DEACAAA1}"/>
                </a:ext>
              </a:extLst>
            </p:cNvPr>
            <p:cNvCxnSpPr>
              <a:cxnSpLocks/>
              <a:stCxn id="65" idx="1"/>
              <a:endCxn id="14" idx="2"/>
            </p:cNvCxnSpPr>
            <p:nvPr/>
          </p:nvCxnSpPr>
          <p:spPr>
            <a:xfrm flipH="1">
              <a:off x="3525363" y="2646277"/>
              <a:ext cx="6310151" cy="2557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44EEDA-D8C9-B0E0-21F1-529D0EC0ED8C}"/>
                </a:ext>
              </a:extLst>
            </p:cNvPr>
            <p:cNvCxnSpPr>
              <a:cxnSpLocks/>
              <a:stCxn id="71" idx="2"/>
              <a:endCxn id="14" idx="2"/>
            </p:cNvCxnSpPr>
            <p:nvPr/>
          </p:nvCxnSpPr>
          <p:spPr>
            <a:xfrm>
              <a:off x="2212385" y="2219569"/>
              <a:ext cx="1312978" cy="29840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588DD2-4A00-BB19-5DCA-CA285E866D57}"/>
                </a:ext>
              </a:extLst>
            </p:cNvPr>
            <p:cNvCxnSpPr>
              <a:cxnSpLocks/>
              <a:stCxn id="69" idx="2"/>
              <a:endCxn id="14" idx="2"/>
            </p:cNvCxnSpPr>
            <p:nvPr/>
          </p:nvCxnSpPr>
          <p:spPr>
            <a:xfrm flipH="1">
              <a:off x="3525363" y="1397459"/>
              <a:ext cx="2667186" cy="38061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A8B3C1E-947C-1264-AD33-03C049D80738}"/>
                </a:ext>
              </a:extLst>
            </p:cNvPr>
            <p:cNvCxnSpPr>
              <a:cxnSpLocks/>
              <a:stCxn id="67" idx="2"/>
              <a:endCxn id="14" idx="2"/>
            </p:cNvCxnSpPr>
            <p:nvPr/>
          </p:nvCxnSpPr>
          <p:spPr>
            <a:xfrm flipH="1" flipV="1">
              <a:off x="3525363" y="5203607"/>
              <a:ext cx="4982375" cy="2999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A8F1300-6272-E5EA-45D2-4666BEA1C8E2}"/>
                </a:ext>
              </a:extLst>
            </p:cNvPr>
            <p:cNvCxnSpPr>
              <a:cxnSpLocks/>
              <a:stCxn id="71" idx="3"/>
              <a:endCxn id="69" idx="1"/>
            </p:cNvCxnSpPr>
            <p:nvPr/>
          </p:nvCxnSpPr>
          <p:spPr>
            <a:xfrm flipV="1">
              <a:off x="2242865" y="1366995"/>
              <a:ext cx="3902143" cy="8297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635FE9C-51F6-0EB4-41E8-865388297734}"/>
                </a:ext>
              </a:extLst>
            </p:cNvPr>
            <p:cNvCxnSpPr>
              <a:cxnSpLocks/>
              <a:stCxn id="69" idx="1"/>
              <a:endCxn id="65" idx="3"/>
            </p:cNvCxnSpPr>
            <p:nvPr/>
          </p:nvCxnSpPr>
          <p:spPr>
            <a:xfrm>
              <a:off x="6145008" y="1366995"/>
              <a:ext cx="3736225" cy="1279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72DC2A9-47B6-32F9-6739-25E8B893C4EF}"/>
                </a:ext>
              </a:extLst>
            </p:cNvPr>
            <p:cNvCxnSpPr>
              <a:cxnSpLocks/>
              <a:stCxn id="67" idx="2"/>
              <a:endCxn id="65" idx="2"/>
            </p:cNvCxnSpPr>
            <p:nvPr/>
          </p:nvCxnSpPr>
          <p:spPr>
            <a:xfrm flipV="1">
              <a:off x="8507738" y="2669136"/>
              <a:ext cx="1350636" cy="28344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232BFC-9330-C80A-C007-69AF8D0CA018}"/>
                </a:ext>
              </a:extLst>
            </p:cNvPr>
            <p:cNvCxnSpPr>
              <a:cxnSpLocks/>
              <a:stCxn id="65" idx="1"/>
              <a:endCxn id="71" idx="3"/>
            </p:cNvCxnSpPr>
            <p:nvPr/>
          </p:nvCxnSpPr>
          <p:spPr>
            <a:xfrm flipH="1" flipV="1">
              <a:off x="2242865" y="2196709"/>
              <a:ext cx="7592649" cy="4495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EC2772-9D8B-8B7F-DDF4-0F04D5D658FE}"/>
                </a:ext>
              </a:extLst>
            </p:cNvPr>
            <p:cNvCxnSpPr>
              <a:cxnSpLocks/>
              <a:stCxn id="67" idx="1"/>
              <a:endCxn id="69" idx="1"/>
            </p:cNvCxnSpPr>
            <p:nvPr/>
          </p:nvCxnSpPr>
          <p:spPr>
            <a:xfrm flipH="1" flipV="1">
              <a:off x="6145008" y="1366995"/>
              <a:ext cx="2311126" cy="41039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497450-6407-E1E3-4D17-3E6CF7C9AADC}"/>
                </a:ext>
              </a:extLst>
            </p:cNvPr>
            <p:cNvSpPr>
              <a:spLocks/>
            </p:cNvSpPr>
            <p:nvPr/>
          </p:nvSpPr>
          <p:spPr>
            <a:xfrm>
              <a:off x="2315611" y="4143227"/>
              <a:ext cx="2340705" cy="219318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1000"/>
                <a:t>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A3A837-8E9E-59ED-085A-0B2900EA1666}"/>
                </a:ext>
              </a:extLst>
            </p:cNvPr>
            <p:cNvSpPr/>
            <p:nvPr/>
          </p:nvSpPr>
          <p:spPr>
            <a:xfrm>
              <a:off x="3486351" y="5130501"/>
              <a:ext cx="78024" cy="7310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E364548-16CC-D3DF-D65C-DDB0AA24ECAB}"/>
                </a:ext>
              </a:extLst>
            </p:cNvPr>
            <p:cNvGrpSpPr/>
            <p:nvPr/>
          </p:nvGrpSpPr>
          <p:grpSpPr>
            <a:xfrm>
              <a:off x="1297985" y="1510909"/>
              <a:ext cx="2064204" cy="1407562"/>
              <a:chOff x="1476399" y="906773"/>
              <a:chExt cx="2064204" cy="1407562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52A2750-7659-4BAB-7286-303BC189ED62}"/>
                  </a:ext>
                </a:extLst>
              </p:cNvPr>
              <p:cNvSpPr/>
              <p:nvPr/>
            </p:nvSpPr>
            <p:spPr>
              <a:xfrm>
                <a:off x="1476399" y="906773"/>
                <a:ext cx="2064204" cy="140756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5D35BDC-E0E7-22A4-3C78-11C31EEE120C}"/>
                  </a:ext>
                </a:extLst>
              </p:cNvPr>
              <p:cNvSpPr/>
              <p:nvPr/>
            </p:nvSpPr>
            <p:spPr>
              <a:xfrm>
                <a:off x="2360319" y="1569713"/>
                <a:ext cx="60960" cy="4572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452321B-DB89-5881-1101-D57D9BAD94CA}"/>
                </a:ext>
              </a:extLst>
            </p:cNvPr>
            <p:cNvGrpSpPr/>
            <p:nvPr/>
          </p:nvGrpSpPr>
          <p:grpSpPr>
            <a:xfrm>
              <a:off x="4766326" y="453072"/>
              <a:ext cx="2668295" cy="1688148"/>
              <a:chOff x="4781566" y="140652"/>
              <a:chExt cx="2668295" cy="168814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3B32816-4558-6105-7C2D-7E34AFA44B63}"/>
                  </a:ext>
                </a:extLst>
              </p:cNvPr>
              <p:cNvSpPr/>
              <p:nvPr/>
            </p:nvSpPr>
            <p:spPr>
              <a:xfrm>
                <a:off x="4781566" y="140652"/>
                <a:ext cx="2668295" cy="168814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B4D8570-BD35-7741-179A-BC0212DE6506}"/>
                  </a:ext>
                </a:extLst>
              </p:cNvPr>
              <p:cNvSpPr/>
              <p:nvPr/>
            </p:nvSpPr>
            <p:spPr>
              <a:xfrm>
                <a:off x="6160248" y="1024111"/>
                <a:ext cx="95082" cy="6092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B3E9AC2-8713-DD93-8A54-9BA451A21EB9}"/>
                </a:ext>
              </a:extLst>
            </p:cNvPr>
            <p:cNvGrpSpPr/>
            <p:nvPr/>
          </p:nvGrpSpPr>
          <p:grpSpPr>
            <a:xfrm>
              <a:off x="7143767" y="4615363"/>
              <a:ext cx="2575543" cy="1632991"/>
              <a:chOff x="7159007" y="4302943"/>
              <a:chExt cx="2575543" cy="1632991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ED918AF-867C-AE80-C448-A0A45A516427}"/>
                  </a:ext>
                </a:extLst>
              </p:cNvPr>
              <p:cNvSpPr/>
              <p:nvPr/>
            </p:nvSpPr>
            <p:spPr>
              <a:xfrm>
                <a:off x="7159007" y="4302943"/>
                <a:ext cx="2575543" cy="1632991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A822528-E91C-BA96-852C-E7C4ECCEFB4F}"/>
                  </a:ext>
                </a:extLst>
              </p:cNvPr>
              <p:cNvSpPr/>
              <p:nvPr/>
            </p:nvSpPr>
            <p:spPr>
              <a:xfrm>
                <a:off x="8471374" y="5125991"/>
                <a:ext cx="103208" cy="6514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37DE1A8-447C-26FC-1AB1-827EEAD904CF}"/>
                </a:ext>
              </a:extLst>
            </p:cNvPr>
            <p:cNvGrpSpPr/>
            <p:nvPr/>
          </p:nvGrpSpPr>
          <p:grpSpPr>
            <a:xfrm>
              <a:off x="8578215" y="1784476"/>
              <a:ext cx="2282190" cy="1632990"/>
              <a:chOff x="7776210" y="1693257"/>
              <a:chExt cx="2282190" cy="163299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C6E6BED-5CDC-F18C-6572-2CC241A61767}"/>
                  </a:ext>
                </a:extLst>
              </p:cNvPr>
              <p:cNvSpPr/>
              <p:nvPr/>
            </p:nvSpPr>
            <p:spPr>
              <a:xfrm>
                <a:off x="7776210" y="1693257"/>
                <a:ext cx="2282190" cy="163299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35A884F-6BBD-0128-164E-E5178C639BBB}"/>
                  </a:ext>
                </a:extLst>
              </p:cNvPr>
              <p:cNvSpPr/>
              <p:nvPr/>
            </p:nvSpPr>
            <p:spPr>
              <a:xfrm>
                <a:off x="9033509" y="2532198"/>
                <a:ext cx="45719" cy="45719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9635BBE-D9D2-10CC-B050-AF834437F4A2}"/>
                </a:ext>
              </a:extLst>
            </p:cNvPr>
            <p:cNvCxnSpPr>
              <a:cxnSpLocks/>
              <a:stCxn id="47" idx="0"/>
              <a:endCxn id="41" idx="0"/>
            </p:cNvCxnSpPr>
            <p:nvPr/>
          </p:nvCxnSpPr>
          <p:spPr>
            <a:xfrm flipH="1" flipV="1">
              <a:off x="5208253" y="1050862"/>
              <a:ext cx="872507" cy="575611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2AB5F02-6032-F344-127B-E0BE3BEBBFFB}"/>
                </a:ext>
              </a:extLst>
            </p:cNvPr>
            <p:cNvCxnSpPr>
              <a:cxnSpLocks/>
              <a:stCxn id="51" idx="0"/>
              <a:endCxn id="43" idx="0"/>
            </p:cNvCxnSpPr>
            <p:nvPr/>
          </p:nvCxnSpPr>
          <p:spPr>
            <a:xfrm flipH="1" flipV="1">
              <a:off x="3130454" y="4698397"/>
              <a:ext cx="756237" cy="1011285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E2B17B0-DA4C-14EB-C41E-8E0C7D7031B1}"/>
                </a:ext>
              </a:extLst>
            </p:cNvPr>
            <p:cNvCxnSpPr>
              <a:cxnSpLocks/>
              <a:stCxn id="53" idx="0"/>
              <a:endCxn id="45" idx="0"/>
            </p:cNvCxnSpPr>
            <p:nvPr/>
          </p:nvCxnSpPr>
          <p:spPr>
            <a:xfrm flipH="1">
              <a:off x="8554815" y="5212811"/>
              <a:ext cx="694659" cy="531463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99D50E4-7759-52E3-BECB-56E661031B79}"/>
                </a:ext>
              </a:extLst>
            </p:cNvPr>
            <p:cNvCxnSpPr>
              <a:cxnSpLocks/>
              <a:stCxn id="55" idx="0"/>
              <a:endCxn id="49" idx="0"/>
            </p:cNvCxnSpPr>
            <p:nvPr/>
          </p:nvCxnSpPr>
          <p:spPr>
            <a:xfrm>
              <a:off x="1756847" y="2126097"/>
              <a:ext cx="869981" cy="6623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17E1DEC-3266-FD7E-772D-40CA74587562}"/>
                </a:ext>
              </a:extLst>
            </p:cNvPr>
            <p:cNvCxnSpPr>
              <a:cxnSpLocks/>
              <a:stCxn id="57" idx="0"/>
              <a:endCxn id="41" idx="0"/>
            </p:cNvCxnSpPr>
            <p:nvPr/>
          </p:nvCxnSpPr>
          <p:spPr>
            <a:xfrm flipH="1">
              <a:off x="5208253" y="995283"/>
              <a:ext cx="1745014" cy="55579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DEAD5E7-E759-3456-21BE-ECE33BA7D577}"/>
                </a:ext>
              </a:extLst>
            </p:cNvPr>
            <p:cNvCxnSpPr>
              <a:cxnSpLocks/>
              <a:stCxn id="57" idx="0"/>
              <a:endCxn id="47" idx="0"/>
            </p:cNvCxnSpPr>
            <p:nvPr/>
          </p:nvCxnSpPr>
          <p:spPr>
            <a:xfrm flipH="1">
              <a:off x="6080760" y="995283"/>
              <a:ext cx="872507" cy="63119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DA4566C-9D12-A53A-B8E6-B74C479C5F9F}"/>
                </a:ext>
              </a:extLst>
            </p:cNvPr>
            <p:cNvCxnSpPr>
              <a:cxnSpLocks/>
              <a:stCxn id="59" idx="0"/>
              <a:endCxn id="45" idx="0"/>
            </p:cNvCxnSpPr>
            <p:nvPr/>
          </p:nvCxnSpPr>
          <p:spPr>
            <a:xfrm>
              <a:off x="7625122" y="5197689"/>
              <a:ext cx="929693" cy="546585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3A0165D-E5CB-BBB5-22D1-CBF7E45776A8}"/>
                </a:ext>
              </a:extLst>
            </p:cNvPr>
            <p:cNvCxnSpPr>
              <a:cxnSpLocks/>
              <a:stCxn id="59" idx="0"/>
              <a:endCxn id="53" idx="0"/>
            </p:cNvCxnSpPr>
            <p:nvPr/>
          </p:nvCxnSpPr>
          <p:spPr>
            <a:xfrm>
              <a:off x="7625122" y="5197689"/>
              <a:ext cx="1624352" cy="15122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515B679-4FCC-3C82-E7F2-7B5C3B618FE7}"/>
                </a:ext>
              </a:extLst>
            </p:cNvPr>
            <p:cNvCxnSpPr>
              <a:cxnSpLocks/>
              <a:stCxn id="63" idx="0"/>
              <a:endCxn id="61" idx="0"/>
            </p:cNvCxnSpPr>
            <p:nvPr/>
          </p:nvCxnSpPr>
          <p:spPr>
            <a:xfrm>
              <a:off x="9333327" y="2177639"/>
              <a:ext cx="831213" cy="867680"/>
            </a:xfrm>
            <a:prstGeom prst="straightConnector1">
              <a:avLst/>
            </a:prstGeom>
            <a:ln w="12700">
              <a:solidFill>
                <a:srgbClr val="9696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765491C-D32E-8055-49EC-E3F110A2D97E}"/>
                </a:ext>
              </a:extLst>
            </p:cNvPr>
            <p:cNvGrpSpPr/>
            <p:nvPr/>
          </p:nvGrpSpPr>
          <p:grpSpPr>
            <a:xfrm>
              <a:off x="9142827" y="1993489"/>
              <a:ext cx="381000" cy="381000"/>
              <a:chOff x="8445500" y="3238500"/>
              <a:chExt cx="381000" cy="38100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FDB63594-5E92-ECBC-9F07-9F452F8C96D2}"/>
                  </a:ext>
                </a:extLst>
              </p:cNvPr>
              <p:cNvSpPr/>
              <p:nvPr/>
            </p:nvSpPr>
            <p:spPr>
              <a:xfrm>
                <a:off x="8445500" y="3238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580044F-A063-25D7-CB79-64C9C1E7DB69}"/>
                  </a:ext>
                </a:extLst>
              </p:cNvPr>
              <p:cNvSpPr/>
              <p:nvPr/>
            </p:nvSpPr>
            <p:spPr>
              <a:xfrm>
                <a:off x="8629650" y="342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81A281-4208-8528-2051-C41FD8D81DD3}"/>
                </a:ext>
              </a:extLst>
            </p:cNvPr>
            <p:cNvGrpSpPr/>
            <p:nvPr/>
          </p:nvGrpSpPr>
          <p:grpSpPr>
            <a:xfrm>
              <a:off x="9974040" y="2861169"/>
              <a:ext cx="381000" cy="381000"/>
              <a:chOff x="8105204" y="4508500"/>
              <a:chExt cx="381000" cy="38100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393E090-D0D4-D9FD-43FD-394A15A4E5B0}"/>
                  </a:ext>
                </a:extLst>
              </p:cNvPr>
              <p:cNvSpPr/>
              <p:nvPr/>
            </p:nvSpPr>
            <p:spPr>
              <a:xfrm>
                <a:off x="8105204" y="4508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2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A54FB72-A7FF-5B3F-CD04-C70C34E2493B}"/>
                  </a:ext>
                </a:extLst>
              </p:cNvPr>
              <p:cNvSpPr/>
              <p:nvPr/>
            </p:nvSpPr>
            <p:spPr>
              <a:xfrm>
                <a:off x="8289354" y="469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64A68FA-93DA-52EC-16EA-BFB304C69E31}"/>
                </a:ext>
              </a:extLst>
            </p:cNvPr>
            <p:cNvGrpSpPr/>
            <p:nvPr/>
          </p:nvGrpSpPr>
          <p:grpSpPr>
            <a:xfrm>
              <a:off x="7434622" y="5013539"/>
              <a:ext cx="381000" cy="381000"/>
              <a:chOff x="7175500" y="5438204"/>
              <a:chExt cx="381000" cy="381000"/>
            </a:xfrm>
          </p:grpSpPr>
          <p:sp>
            <p:nvSpPr>
              <p:cNvPr id="58" name="Diamond 57">
                <a:extLst>
                  <a:ext uri="{FF2B5EF4-FFF2-40B4-BE49-F238E27FC236}">
                    <a16:creationId xmlns:a16="http://schemas.microsoft.com/office/drawing/2014/main" id="{0BCAA73C-2B93-4733-D43A-8E8A7152EBA1}"/>
                  </a:ext>
                </a:extLst>
              </p:cNvPr>
              <p:cNvSpPr/>
              <p:nvPr/>
            </p:nvSpPr>
            <p:spPr>
              <a:xfrm>
                <a:off x="7175500" y="5438204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3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4552A15-326C-1D1C-3A23-5BE4FB86A672}"/>
                  </a:ext>
                </a:extLst>
              </p:cNvPr>
              <p:cNvSpPr/>
              <p:nvPr/>
            </p:nvSpPr>
            <p:spPr>
              <a:xfrm>
                <a:off x="7359650" y="5622354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EAAF2AA-A7AC-89C5-2346-0979F7D41A34}"/>
                </a:ext>
              </a:extLst>
            </p:cNvPr>
            <p:cNvGrpSpPr/>
            <p:nvPr/>
          </p:nvGrpSpPr>
          <p:grpSpPr>
            <a:xfrm>
              <a:off x="6762767" y="811133"/>
              <a:ext cx="381000" cy="381000"/>
              <a:chOff x="5905500" y="5778500"/>
              <a:chExt cx="381000" cy="381000"/>
            </a:xfrm>
          </p:grpSpPr>
          <p:sp>
            <p:nvSpPr>
              <p:cNvPr id="56" name="Flowchart: Merge 55">
                <a:extLst>
                  <a:ext uri="{FF2B5EF4-FFF2-40B4-BE49-F238E27FC236}">
                    <a16:creationId xmlns:a16="http://schemas.microsoft.com/office/drawing/2014/main" id="{CFD0DF08-6FC4-4AC5-E539-5EB1125EE12C}"/>
                  </a:ext>
                </a:extLst>
              </p:cNvPr>
              <p:cNvSpPr/>
              <p:nvPr/>
            </p:nvSpPr>
            <p:spPr>
              <a:xfrm>
                <a:off x="5905500" y="5778500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4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DE1DC92-DCC8-5D6B-AD9E-F34550D5DE33}"/>
                  </a:ext>
                </a:extLst>
              </p:cNvPr>
              <p:cNvSpPr/>
              <p:nvPr/>
            </p:nvSpPr>
            <p:spPr>
              <a:xfrm>
                <a:off x="6089650" y="596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EA71AFA-77AA-9B5D-DD40-C4CB89F807D1}"/>
                </a:ext>
              </a:extLst>
            </p:cNvPr>
            <p:cNvGrpSpPr/>
            <p:nvPr/>
          </p:nvGrpSpPr>
          <p:grpSpPr>
            <a:xfrm>
              <a:off x="1566347" y="1941947"/>
              <a:ext cx="381000" cy="381000"/>
              <a:chOff x="4635500" y="5438204"/>
              <a:chExt cx="381000" cy="38100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B9DCA15-066D-E9D1-E9F9-72D89D4A9335}"/>
                  </a:ext>
                </a:extLst>
              </p:cNvPr>
              <p:cNvSpPr/>
              <p:nvPr/>
            </p:nvSpPr>
            <p:spPr>
              <a:xfrm>
                <a:off x="4635500" y="5438204"/>
                <a:ext cx="381000" cy="3810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5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7D631C-D027-AA55-7FB9-860D366A72F0}"/>
                  </a:ext>
                </a:extLst>
              </p:cNvPr>
              <p:cNvSpPr/>
              <p:nvPr/>
            </p:nvSpPr>
            <p:spPr>
              <a:xfrm>
                <a:off x="4819650" y="5622354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67DE9DD-9ADA-DC8E-8287-BC9CCC82BC2C}"/>
                </a:ext>
              </a:extLst>
            </p:cNvPr>
            <p:cNvGrpSpPr/>
            <p:nvPr/>
          </p:nvGrpSpPr>
          <p:grpSpPr>
            <a:xfrm>
              <a:off x="9058974" y="5028661"/>
              <a:ext cx="381000" cy="381000"/>
              <a:chOff x="3705796" y="4508500"/>
              <a:chExt cx="381000" cy="381000"/>
            </a:xfrm>
          </p:grpSpPr>
          <p:sp>
            <p:nvSpPr>
              <p:cNvPr id="52" name="Diamond 51">
                <a:extLst>
                  <a:ext uri="{FF2B5EF4-FFF2-40B4-BE49-F238E27FC236}">
                    <a16:creationId xmlns:a16="http://schemas.microsoft.com/office/drawing/2014/main" id="{A05C7A65-365B-723D-4AFE-DE3ED82D46A9}"/>
                  </a:ext>
                </a:extLst>
              </p:cNvPr>
              <p:cNvSpPr/>
              <p:nvPr/>
            </p:nvSpPr>
            <p:spPr>
              <a:xfrm>
                <a:off x="3705796" y="4508500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6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4179238-51D2-9592-9CC6-D001572AAECA}"/>
                  </a:ext>
                </a:extLst>
              </p:cNvPr>
              <p:cNvSpPr/>
              <p:nvPr/>
            </p:nvSpPr>
            <p:spPr>
              <a:xfrm>
                <a:off x="3889946" y="469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CCFED7F-77D8-2ED3-F93C-36D884961D72}"/>
                </a:ext>
              </a:extLst>
            </p:cNvPr>
            <p:cNvGrpSpPr/>
            <p:nvPr/>
          </p:nvGrpSpPr>
          <p:grpSpPr>
            <a:xfrm>
              <a:off x="3696191" y="5525532"/>
              <a:ext cx="381000" cy="381000"/>
              <a:chOff x="3365500" y="3238500"/>
              <a:chExt cx="381000" cy="381000"/>
            </a:xfrm>
          </p:grpSpPr>
          <p:sp>
            <p:nvSpPr>
              <p:cNvPr id="50" name="Pentagon 49">
                <a:extLst>
                  <a:ext uri="{FF2B5EF4-FFF2-40B4-BE49-F238E27FC236}">
                    <a16:creationId xmlns:a16="http://schemas.microsoft.com/office/drawing/2014/main" id="{9CC57124-13DB-F85D-2D14-8088333AC30F}"/>
                  </a:ext>
                </a:extLst>
              </p:cNvPr>
              <p:cNvSpPr/>
              <p:nvPr/>
            </p:nvSpPr>
            <p:spPr>
              <a:xfrm>
                <a:off x="3365500" y="3238500"/>
                <a:ext cx="381000" cy="381000"/>
              </a:xfrm>
              <a:prstGeom prst="pentagon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7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D4AB961-1183-BB1C-43CC-42D0397AE8F6}"/>
                  </a:ext>
                </a:extLst>
              </p:cNvPr>
              <p:cNvSpPr/>
              <p:nvPr/>
            </p:nvSpPr>
            <p:spPr>
              <a:xfrm>
                <a:off x="3549650" y="342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EB38AB0-4163-5CD7-AD96-9B3387C738AE}"/>
                </a:ext>
              </a:extLst>
            </p:cNvPr>
            <p:cNvGrpSpPr/>
            <p:nvPr/>
          </p:nvGrpSpPr>
          <p:grpSpPr>
            <a:xfrm>
              <a:off x="2436328" y="2008177"/>
              <a:ext cx="381000" cy="381000"/>
              <a:chOff x="3705796" y="1968500"/>
              <a:chExt cx="381000" cy="3810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E62305D-A087-AAA7-C975-930C1894B2C8}"/>
                  </a:ext>
                </a:extLst>
              </p:cNvPr>
              <p:cNvSpPr/>
              <p:nvPr/>
            </p:nvSpPr>
            <p:spPr>
              <a:xfrm>
                <a:off x="3705796" y="1968500"/>
                <a:ext cx="381000" cy="3810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8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F4A202D-740B-93E1-44C7-61923099519A}"/>
                  </a:ext>
                </a:extLst>
              </p:cNvPr>
              <p:cNvSpPr/>
              <p:nvPr/>
            </p:nvSpPr>
            <p:spPr>
              <a:xfrm>
                <a:off x="3889946" y="215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2EF2469-880F-E76E-301A-A62CCEF4A939}"/>
                </a:ext>
              </a:extLst>
            </p:cNvPr>
            <p:cNvGrpSpPr/>
            <p:nvPr/>
          </p:nvGrpSpPr>
          <p:grpSpPr>
            <a:xfrm>
              <a:off x="5890260" y="1442323"/>
              <a:ext cx="381000" cy="381000"/>
              <a:chOff x="4635500" y="1038796"/>
              <a:chExt cx="381000" cy="381000"/>
            </a:xfrm>
          </p:grpSpPr>
          <p:sp>
            <p:nvSpPr>
              <p:cNvPr id="46" name="Flowchart: Merge 45">
                <a:extLst>
                  <a:ext uri="{FF2B5EF4-FFF2-40B4-BE49-F238E27FC236}">
                    <a16:creationId xmlns:a16="http://schemas.microsoft.com/office/drawing/2014/main" id="{80B28ECF-42DB-2DC4-D9E2-A0E6BF6B44A0}"/>
                  </a:ext>
                </a:extLst>
              </p:cNvPr>
              <p:cNvSpPr/>
              <p:nvPr/>
            </p:nvSpPr>
            <p:spPr>
              <a:xfrm>
                <a:off x="4635500" y="1038796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9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A79E1A6-B134-3026-AEEC-00E6B863ED17}"/>
                  </a:ext>
                </a:extLst>
              </p:cNvPr>
              <p:cNvSpPr/>
              <p:nvPr/>
            </p:nvSpPr>
            <p:spPr>
              <a:xfrm>
                <a:off x="4819650" y="1222946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510A818-A5DB-AEEE-973F-8F51186378FC}"/>
                </a:ext>
              </a:extLst>
            </p:cNvPr>
            <p:cNvGrpSpPr/>
            <p:nvPr/>
          </p:nvGrpSpPr>
          <p:grpSpPr>
            <a:xfrm>
              <a:off x="8364315" y="5560124"/>
              <a:ext cx="381000" cy="381000"/>
              <a:chOff x="5905500" y="698500"/>
              <a:chExt cx="381000" cy="381000"/>
            </a:xfrm>
          </p:grpSpPr>
          <p:sp>
            <p:nvSpPr>
              <p:cNvPr id="44" name="Diamond 43">
                <a:extLst>
                  <a:ext uri="{FF2B5EF4-FFF2-40B4-BE49-F238E27FC236}">
                    <a16:creationId xmlns:a16="http://schemas.microsoft.com/office/drawing/2014/main" id="{1422110B-1CBF-D40C-DA78-D79EEF455AAC}"/>
                  </a:ext>
                </a:extLst>
              </p:cNvPr>
              <p:cNvSpPr/>
              <p:nvPr/>
            </p:nvSpPr>
            <p:spPr>
              <a:xfrm>
                <a:off x="5905500" y="698500"/>
                <a:ext cx="381000" cy="381000"/>
              </a:xfrm>
              <a:prstGeom prst="diamond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10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2556896-F732-F4C8-7831-7A717337349D}"/>
                  </a:ext>
                </a:extLst>
              </p:cNvPr>
              <p:cNvSpPr/>
              <p:nvPr/>
            </p:nvSpPr>
            <p:spPr>
              <a:xfrm>
                <a:off x="6089650" y="88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CEA8416-B8E5-706E-6000-AD61B8809953}"/>
                </a:ext>
              </a:extLst>
            </p:cNvPr>
            <p:cNvGrpSpPr/>
            <p:nvPr/>
          </p:nvGrpSpPr>
          <p:grpSpPr>
            <a:xfrm>
              <a:off x="2939954" y="4514247"/>
              <a:ext cx="381000" cy="381000"/>
              <a:chOff x="7175500" y="1038796"/>
              <a:chExt cx="381000" cy="381000"/>
            </a:xfrm>
          </p:grpSpPr>
          <p:sp>
            <p:nvSpPr>
              <p:cNvPr id="42" name="Pentagon 41">
                <a:extLst>
                  <a:ext uri="{FF2B5EF4-FFF2-40B4-BE49-F238E27FC236}">
                    <a16:creationId xmlns:a16="http://schemas.microsoft.com/office/drawing/2014/main" id="{7395620E-7179-61DA-DB28-1279352D1A71}"/>
                  </a:ext>
                </a:extLst>
              </p:cNvPr>
              <p:cNvSpPr/>
              <p:nvPr/>
            </p:nvSpPr>
            <p:spPr>
              <a:xfrm>
                <a:off x="7175500" y="1038796"/>
                <a:ext cx="381000" cy="381000"/>
              </a:xfrm>
              <a:prstGeom prst="pentagon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US" sz="1000"/>
                  <a:t>11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FAA0CE1-3708-1D30-27B6-EB7AA35B9487}"/>
                  </a:ext>
                </a:extLst>
              </p:cNvPr>
              <p:cNvSpPr/>
              <p:nvPr/>
            </p:nvSpPr>
            <p:spPr>
              <a:xfrm>
                <a:off x="7359650" y="1222946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C79E912-6F8F-F27F-6784-DBEE78C1EA71}"/>
                </a:ext>
              </a:extLst>
            </p:cNvPr>
            <p:cNvGrpSpPr/>
            <p:nvPr/>
          </p:nvGrpSpPr>
          <p:grpSpPr>
            <a:xfrm>
              <a:off x="5017753" y="866712"/>
              <a:ext cx="381000" cy="381000"/>
              <a:chOff x="8105204" y="1968500"/>
              <a:chExt cx="381000" cy="381000"/>
            </a:xfrm>
          </p:grpSpPr>
          <p:sp>
            <p:nvSpPr>
              <p:cNvPr id="40" name="Flowchart: Merge 39">
                <a:extLst>
                  <a:ext uri="{FF2B5EF4-FFF2-40B4-BE49-F238E27FC236}">
                    <a16:creationId xmlns:a16="http://schemas.microsoft.com/office/drawing/2014/main" id="{B7B860D2-633B-0557-6C4A-E7174F1F1A29}"/>
                  </a:ext>
                </a:extLst>
              </p:cNvPr>
              <p:cNvSpPr/>
              <p:nvPr/>
            </p:nvSpPr>
            <p:spPr>
              <a:xfrm>
                <a:off x="8105204" y="1968500"/>
                <a:ext cx="381000" cy="381000"/>
              </a:xfrm>
              <a:prstGeom prst="flowChartMerge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02476DA-B9CB-BADC-6C02-9C2FBF3AF1AA}"/>
                  </a:ext>
                </a:extLst>
              </p:cNvPr>
              <p:cNvSpPr/>
              <p:nvPr/>
            </p:nvSpPr>
            <p:spPr>
              <a:xfrm>
                <a:off x="8289354" y="2152650"/>
                <a:ext cx="12700" cy="1270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E8CD82BE-56DB-3E34-BDDF-55A3873D9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079" y="421149"/>
            <a:ext cx="1113463" cy="56247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DE2E675C-995C-454B-D164-BE7A713BB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159" y="4611106"/>
            <a:ext cx="2782576" cy="56692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1C6B16B-EEC9-1868-A5DB-1DCEDAEE78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628" y="1724330"/>
            <a:ext cx="1955324" cy="56692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1D05BF91-7D51-7631-7DF7-2D11322DC7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042" y="4076637"/>
            <a:ext cx="1955324" cy="566928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C7A5391-B51E-DAA3-20C1-3BC78418D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556" y="1479393"/>
            <a:ext cx="1955324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10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9B0D-4F42-51E7-8FD0-A9CEDC7F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Discovery and Refinement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1098DA-957D-53C3-FCA7-1FBC7160D9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72239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F5155AC2-FA8A-6323-152D-664F50EF85B2}"/>
              </a:ext>
            </a:extLst>
          </p:cNvPr>
          <p:cNvSpPr/>
          <p:nvPr/>
        </p:nvSpPr>
        <p:spPr>
          <a:xfrm rot="21430360" flipH="1">
            <a:off x="1174888" y="1294660"/>
            <a:ext cx="9155723" cy="1372275"/>
          </a:xfrm>
          <a:prstGeom prst="curvedDown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Circular 13">
            <a:extLst>
              <a:ext uri="{FF2B5EF4-FFF2-40B4-BE49-F238E27FC236}">
                <a16:creationId xmlns:a16="http://schemas.microsoft.com/office/drawing/2014/main" id="{833D3F20-E976-FEEA-AF8B-AD7E882E1FC4}"/>
              </a:ext>
            </a:extLst>
          </p:cNvPr>
          <p:cNvSpPr/>
          <p:nvPr/>
        </p:nvSpPr>
        <p:spPr>
          <a:xfrm flipH="1">
            <a:off x="2063261" y="2395249"/>
            <a:ext cx="1957755" cy="2183966"/>
          </a:xfrm>
          <a:prstGeom prst="circularArrow">
            <a:avLst>
              <a:gd name="adj1" fmla="val 3308"/>
              <a:gd name="adj2" fmla="val 408578"/>
              <a:gd name="adj3" fmla="val 19415911"/>
              <a:gd name="adj4" fmla="val 12575511"/>
              <a:gd name="adj5" fmla="val 385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26FCA9E9-4A26-BE93-1C98-C4422109E5D9}"/>
              </a:ext>
            </a:extLst>
          </p:cNvPr>
          <p:cNvSpPr/>
          <p:nvPr/>
        </p:nvSpPr>
        <p:spPr>
          <a:xfrm flipH="1" flipV="1">
            <a:off x="4750775" y="3487232"/>
            <a:ext cx="1957755" cy="2183966"/>
          </a:xfrm>
          <a:prstGeom prst="circularArrow">
            <a:avLst>
              <a:gd name="adj1" fmla="val 3308"/>
              <a:gd name="adj2" fmla="val 408578"/>
              <a:gd name="adj3" fmla="val 19415911"/>
              <a:gd name="adj4" fmla="val 12575511"/>
              <a:gd name="adj5" fmla="val 385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81E18-EEB5-B496-3ABC-731036DDE6E0}"/>
              </a:ext>
            </a:extLst>
          </p:cNvPr>
          <p:cNvSpPr txBox="1"/>
          <p:nvPr/>
        </p:nvSpPr>
        <p:spPr>
          <a:xfrm rot="20948475">
            <a:off x="2829261" y="271533"/>
            <a:ext cx="2194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Segoe Print" panose="02000600000000000000" pitchFamily="2" charset="0"/>
              </a:rPr>
              <a:t>Iterative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9C50A-CF14-23B3-CF69-7C2D2163480A}"/>
              </a:ext>
            </a:extLst>
          </p:cNvPr>
          <p:cNvSpPr txBox="1"/>
          <p:nvPr/>
        </p:nvSpPr>
        <p:spPr>
          <a:xfrm>
            <a:off x="3375076" y="1137486"/>
            <a:ext cx="1684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Segoe Print" panose="02000600000000000000" pitchFamily="2" charset="0"/>
              </a:rPr>
              <a:t>^</a:t>
            </a:r>
          </a:p>
        </p:txBody>
      </p:sp>
    </p:spTree>
    <p:extLst>
      <p:ext uri="{BB962C8B-B14F-4D97-AF65-F5344CB8AC3E}">
        <p14:creationId xmlns:p14="http://schemas.microsoft.com/office/powerpoint/2010/main" val="344386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6" grpId="0" animBg="1"/>
      <p:bldP spid="3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845A-EF40-E878-E352-08C21D6C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Domain-Driven Design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9294-C0EB-AF71-21E6-0196EEFC0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Introduce a different type of complexity (accidental complexity)</a:t>
            </a:r>
          </a:p>
          <a:p>
            <a:r>
              <a:rPr lang="en-US" sz="3600" dirty="0"/>
              <a:t>A focus on technical patterns instead of the domain</a:t>
            </a:r>
          </a:p>
          <a:p>
            <a:r>
              <a:rPr lang="en-US" sz="3600" dirty="0"/>
              <a:t>Ambiguity</a:t>
            </a:r>
          </a:p>
          <a:p>
            <a:pPr lvl="1"/>
            <a:r>
              <a:rPr lang="en-US" sz="3200" dirty="0"/>
              <a:t>Lack of access to domain experts</a:t>
            </a:r>
          </a:p>
          <a:p>
            <a:pPr lvl="1"/>
            <a:r>
              <a:rPr lang="en-US" sz="3200" dirty="0"/>
              <a:t>Guessing at requirements</a:t>
            </a:r>
          </a:p>
          <a:p>
            <a:r>
              <a:rPr lang="en-US" sz="3600" dirty="0"/>
              <a:t>Failing to recognize the behavior in the domain</a:t>
            </a:r>
          </a:p>
        </p:txBody>
      </p:sp>
    </p:spTree>
    <p:extLst>
      <p:ext uri="{BB962C8B-B14F-4D97-AF65-F5344CB8AC3E}">
        <p14:creationId xmlns:p14="http://schemas.microsoft.com/office/powerpoint/2010/main" val="187623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20D35-4CD5-FF3F-3E3B-1A23E55D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7915-64BB-3BA3-535F-61FF8EBC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of use of AI with Domain-Driven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56325-7701-DF11-5E48-81EA4AB4A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29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9A198-D0A1-D7DE-30B6-25E60EC9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Reduce time to market/production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89EC-F228-6E90-649F-6E95466A8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Objective: Reduce requirement ambiguity</a:t>
            </a:r>
          </a:p>
          <a:p>
            <a:pPr lvl="1"/>
            <a:r>
              <a:rPr lang="en-US" sz="2800"/>
              <a:t>Allow AI to rapidly predict edge cases and lack of clarity</a:t>
            </a:r>
          </a:p>
          <a:p>
            <a:pPr lvl="1"/>
            <a:r>
              <a:rPr lang="en-US" sz="2800"/>
              <a:t>Present questions, options to increase clarity </a:t>
            </a:r>
          </a:p>
          <a:p>
            <a:r>
              <a:rPr lang="en-US" sz="3200"/>
              <a:t>Objective: Generate boilerplate code</a:t>
            </a:r>
          </a:p>
          <a:p>
            <a:pPr lvl="1"/>
            <a:r>
              <a:rPr lang="en-US" sz="2800"/>
              <a:t>Allow AI to predict how well-known logic should look in our context</a:t>
            </a:r>
          </a:p>
          <a:p>
            <a:r>
              <a:rPr lang="en-US" sz="3200"/>
              <a:t>Objective: Reduce tech debt</a:t>
            </a:r>
          </a:p>
          <a:p>
            <a:pPr lvl="1"/>
            <a:r>
              <a:rPr lang="en-US" sz="2800"/>
              <a:t>Utilize AI to more closely align code with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2291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600A-30A5-4F05-4453-3798983DC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Increase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9CD70-0AF1-76AF-E4C8-240FA989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Objective: Discover and emphasize unquantifiable requirements</a:t>
            </a:r>
          </a:p>
          <a:p>
            <a:pPr lvl="1"/>
            <a:r>
              <a:rPr lang="en-US" sz="2800" dirty="0"/>
              <a:t>Reduce ambiguity and scope, and increase </a:t>
            </a:r>
            <a:r>
              <a:rPr lang="en-US" sz="2800" dirty="0" err="1"/>
              <a:t>validatability</a:t>
            </a:r>
            <a:endParaRPr lang="en-US" sz="2800" dirty="0"/>
          </a:p>
          <a:p>
            <a:r>
              <a:rPr lang="en-US" sz="3200" dirty="0"/>
              <a:t>Objective:</a:t>
            </a:r>
          </a:p>
          <a:p>
            <a:pPr lvl="1"/>
            <a:r>
              <a:rPr lang="en-US" sz="2800" dirty="0"/>
              <a:t>Increase unit test coverage</a:t>
            </a:r>
          </a:p>
          <a:p>
            <a:r>
              <a:rPr lang="en-US" sz="3200" dirty="0"/>
              <a:t>Objective: </a:t>
            </a:r>
          </a:p>
          <a:p>
            <a:pPr lvl="1"/>
            <a:r>
              <a:rPr lang="en-US" sz="2800" dirty="0"/>
              <a:t>Review code against business, team, and technical expectations</a:t>
            </a:r>
          </a:p>
        </p:txBody>
      </p:sp>
    </p:spTree>
    <p:extLst>
      <p:ext uri="{BB962C8B-B14F-4D97-AF65-F5344CB8AC3E}">
        <p14:creationId xmlns:p14="http://schemas.microsoft.com/office/powerpoint/2010/main" val="100101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3C0D-01E6-A8D8-9394-433AB4E2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Increase adaptability/maintainability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04470-D1FD-6899-30BB-496281E75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Objective: Summarize code blocks and document code bases</a:t>
            </a:r>
          </a:p>
          <a:p>
            <a:pPr lvl="1"/>
            <a:r>
              <a:rPr lang="en-US" sz="2800" dirty="0"/>
              <a:t>Understand a code base</a:t>
            </a:r>
          </a:p>
          <a:p>
            <a:pPr lvl="1"/>
            <a:r>
              <a:rPr lang="en-US" sz="2800" dirty="0"/>
              <a:t>Compare our understanding with AIs summarization</a:t>
            </a:r>
          </a:p>
          <a:p>
            <a:r>
              <a:rPr lang="en-US" sz="3200" dirty="0"/>
              <a:t>Objective: refactor code for structure</a:t>
            </a:r>
          </a:p>
          <a:p>
            <a:pPr lvl="1"/>
            <a:r>
              <a:rPr lang="en-US" sz="2800" dirty="0"/>
              <a:t>Make code more cohesive through re-organization</a:t>
            </a:r>
          </a:p>
          <a:p>
            <a:r>
              <a:rPr lang="en-US" sz="3200" dirty="0"/>
              <a:t>Objective: refactor code for pattern usage</a:t>
            </a:r>
          </a:p>
          <a:p>
            <a:pPr lvl="1"/>
            <a:r>
              <a:rPr lang="en-US" sz="2800" dirty="0"/>
              <a:t>Call out explicit pattern usage to code more self-documenting</a:t>
            </a:r>
          </a:p>
        </p:txBody>
      </p:sp>
    </p:spTree>
    <p:extLst>
      <p:ext uri="{BB962C8B-B14F-4D97-AF65-F5344CB8AC3E}">
        <p14:creationId xmlns:p14="http://schemas.microsoft.com/office/powerpoint/2010/main" val="367577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176EA-1E78-BE74-6CFB-90D63C37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C5BD-6FBF-DE6D-A39B-B3966BA7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Shifting insight left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002B0-9552-548D-93A1-B358E6011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782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58FD-EBB5-2C66-5051-56678869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Guiding Agents on the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907EE-0120-3400-6CD7-C521FD005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Avoid being based solely on public information</a:t>
            </a:r>
          </a:p>
          <a:p>
            <a:r>
              <a:rPr lang="en-US" sz="3200" dirty="0"/>
              <a:t>Provide guardrails and scope</a:t>
            </a:r>
          </a:p>
          <a:p>
            <a:r>
              <a:rPr lang="en-US" sz="3200" dirty="0"/>
              <a:t>Focus agent on domain and proprietary information</a:t>
            </a:r>
          </a:p>
          <a:p>
            <a:r>
              <a:rPr lang="en-US" sz="3200" dirty="0"/>
              <a:t>Breaking tasks down to accommodate granular insight</a:t>
            </a:r>
          </a:p>
          <a:p>
            <a:r>
              <a:rPr lang="en-US" sz="3200" dirty="0"/>
              <a:t>Review output and refine frequently</a:t>
            </a:r>
          </a:p>
          <a:p>
            <a:r>
              <a:rPr lang="en-US" sz="3200" dirty="0"/>
              <a:t>Avoid “Vibe Coding”</a:t>
            </a:r>
          </a:p>
        </p:txBody>
      </p:sp>
    </p:spTree>
    <p:extLst>
      <p:ext uri="{BB962C8B-B14F-4D97-AF65-F5344CB8AC3E}">
        <p14:creationId xmlns:p14="http://schemas.microsoft.com/office/powerpoint/2010/main" val="74983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7844-D4D4-B4E2-1F1A-53976923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 to Shift Left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48E0B-BDAF-E9B2-DE8C-0B78391A4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476" y="2096532"/>
            <a:ext cx="7619048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793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C772525E-84E1-9423-C448-7B4262E4A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06" y="657203"/>
            <a:ext cx="11087188" cy="55435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2AB62-F937-44EE-262B-2E289C2DB2B5}"/>
              </a:ext>
            </a:extLst>
          </p:cNvPr>
          <p:cNvSpPr txBox="1"/>
          <p:nvPr/>
        </p:nvSpPr>
        <p:spPr>
          <a:xfrm rot="20871629">
            <a:off x="5381847" y="1301261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k Free" panose="03080402000500000000" pitchFamily="66" charset="0"/>
              </a:rPr>
              <a:t>Prompt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00186-CF1A-0F8B-5FEF-676421BC0B7F}"/>
              </a:ext>
            </a:extLst>
          </p:cNvPr>
          <p:cNvSpPr txBox="1"/>
          <p:nvPr/>
        </p:nvSpPr>
        <p:spPr>
          <a:xfrm rot="20926871">
            <a:off x="6993081" y="3006969"/>
            <a:ext cx="1628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k Free" panose="03080402000500000000" pitchFamily="66" charset="0"/>
              </a:rPr>
              <a:t>Generate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5DA9D-2B53-1180-6416-F35E795E54D5}"/>
              </a:ext>
            </a:extLst>
          </p:cNvPr>
          <p:cNvSpPr txBox="1"/>
          <p:nvPr/>
        </p:nvSpPr>
        <p:spPr>
          <a:xfrm rot="216827">
            <a:off x="3540635" y="2904321"/>
            <a:ext cx="1628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k Free" panose="03080402000500000000" pitchFamily="66" charset="0"/>
              </a:rPr>
              <a:t>Generate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A77E4D-FADC-BB75-8E1B-3F2EF3E8BD93}"/>
              </a:ext>
            </a:extLst>
          </p:cNvPr>
          <p:cNvSpPr txBox="1"/>
          <p:nvPr/>
        </p:nvSpPr>
        <p:spPr>
          <a:xfrm rot="21371349">
            <a:off x="5434600" y="4859215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k Free" panose="03080402000500000000" pitchFamily="66" charset="0"/>
              </a:rPr>
              <a:t>Prompt</a:t>
            </a:r>
          </a:p>
        </p:txBody>
      </p:sp>
    </p:spTree>
    <p:extLst>
      <p:ext uri="{BB962C8B-B14F-4D97-AF65-F5344CB8AC3E}">
        <p14:creationId xmlns:p14="http://schemas.microsoft.com/office/powerpoint/2010/main" val="1896907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C97400-F31D-8728-F7B8-4EDCDC118B85}"/>
              </a:ext>
            </a:extLst>
          </p:cNvPr>
          <p:cNvSpPr/>
          <p:nvPr/>
        </p:nvSpPr>
        <p:spPr>
          <a:xfrm>
            <a:off x="516367" y="365124"/>
            <a:ext cx="11187953" cy="60356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Session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3968CF7-449E-5495-34C4-0E0FC0A05D6A}"/>
              </a:ext>
            </a:extLst>
          </p:cNvPr>
          <p:cNvGrpSpPr/>
          <p:nvPr/>
        </p:nvGrpSpPr>
        <p:grpSpPr>
          <a:xfrm>
            <a:off x="2170722" y="1162535"/>
            <a:ext cx="7850557" cy="1834178"/>
            <a:chOff x="2170722" y="999975"/>
            <a:chExt cx="7850557" cy="1834178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AF4F8043-745F-FBBD-FA46-5B8593ADEB47}"/>
                </a:ext>
              </a:extLst>
            </p:cNvPr>
            <p:cNvSpPr/>
            <p:nvPr/>
          </p:nvSpPr>
          <p:spPr>
            <a:xfrm>
              <a:off x="2458310" y="1002664"/>
              <a:ext cx="1060704" cy="9144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5069D7-EC43-C1DB-42A8-5B8BA891A184}"/>
                </a:ext>
              </a:extLst>
            </p:cNvPr>
            <p:cNvSpPr/>
            <p:nvPr/>
          </p:nvSpPr>
          <p:spPr>
            <a:xfrm>
              <a:off x="6327210" y="999975"/>
              <a:ext cx="1731667" cy="183417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Agent/Model</a:t>
              </a:r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8412A47F-249B-48AE-56FE-CB45E8AA1363}"/>
                </a:ext>
              </a:extLst>
            </p:cNvPr>
            <p:cNvSpPr/>
            <p:nvPr/>
          </p:nvSpPr>
          <p:spPr>
            <a:xfrm>
              <a:off x="9106879" y="1418645"/>
              <a:ext cx="914400" cy="914400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783FECC9-A1A5-8854-A27F-F59FB0389761}"/>
                </a:ext>
              </a:extLst>
            </p:cNvPr>
            <p:cNvSpPr/>
            <p:nvPr/>
          </p:nvSpPr>
          <p:spPr>
            <a:xfrm>
              <a:off x="2170722" y="2046474"/>
              <a:ext cx="1376979" cy="726141"/>
            </a:xfrm>
            <a:prstGeom prst="parallelogram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Prompt 1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4C63515-2953-63BE-D0CF-AB80C68C4155}"/>
                </a:ext>
              </a:extLst>
            </p:cNvPr>
            <p:cNvSpPr/>
            <p:nvPr/>
          </p:nvSpPr>
          <p:spPr>
            <a:xfrm>
              <a:off x="5412810" y="1648441"/>
              <a:ext cx="914400" cy="63470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/>
                <a:t>Input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3C2EE3C6-F841-06D6-75CE-A2A6D611B574}"/>
                </a:ext>
              </a:extLst>
            </p:cNvPr>
            <p:cNvSpPr/>
            <p:nvPr/>
          </p:nvSpPr>
          <p:spPr>
            <a:xfrm>
              <a:off x="8101040" y="1558495"/>
              <a:ext cx="914399" cy="63470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/>
                <a:t>Output</a:t>
              </a:r>
            </a:p>
          </p:txBody>
        </p:sp>
        <p:sp>
          <p:nvSpPr>
            <p:cNvPr id="15" name="Cloud 14">
              <a:extLst>
                <a:ext uri="{FF2B5EF4-FFF2-40B4-BE49-F238E27FC236}">
                  <a16:creationId xmlns:a16="http://schemas.microsoft.com/office/drawing/2014/main" id="{6C0BCE54-AEF0-52E0-1436-26EE46593B31}"/>
                </a:ext>
              </a:extLst>
            </p:cNvPr>
            <p:cNvSpPr/>
            <p:nvPr/>
          </p:nvSpPr>
          <p:spPr>
            <a:xfrm>
              <a:off x="4284289" y="1675932"/>
              <a:ext cx="965200" cy="634701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Context</a:t>
              </a:r>
            </a:p>
          </p:txBody>
        </p:sp>
      </p:grp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B120797-E99A-3332-AFE9-74CA4D045FC8}"/>
              </a:ext>
            </a:extLst>
          </p:cNvPr>
          <p:cNvSpPr/>
          <p:nvPr/>
        </p:nvSpPr>
        <p:spPr>
          <a:xfrm>
            <a:off x="3691779" y="1162535"/>
            <a:ext cx="365760" cy="19007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86484C9-4DD3-A164-B127-E51E33F8DFF2}"/>
              </a:ext>
            </a:extLst>
          </p:cNvPr>
          <p:cNvSpPr/>
          <p:nvPr/>
        </p:nvSpPr>
        <p:spPr>
          <a:xfrm rot="5400000">
            <a:off x="4309689" y="2819828"/>
            <a:ext cx="914400" cy="6347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/>
              <a:t>Merge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87F90B-D47E-C2DC-0B52-2CBE2E38D117}"/>
              </a:ext>
            </a:extLst>
          </p:cNvPr>
          <p:cNvGrpSpPr/>
          <p:nvPr/>
        </p:nvGrpSpPr>
        <p:grpSpPr>
          <a:xfrm>
            <a:off x="2170722" y="3390432"/>
            <a:ext cx="7850557" cy="1900705"/>
            <a:chOff x="678583" y="3227872"/>
            <a:chExt cx="7850557" cy="1900705"/>
          </a:xfrm>
        </p:grpSpPr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02A54305-5E47-DC00-DB82-B59D3EE1E258}"/>
                </a:ext>
              </a:extLst>
            </p:cNvPr>
            <p:cNvSpPr/>
            <p:nvPr/>
          </p:nvSpPr>
          <p:spPr>
            <a:xfrm>
              <a:off x="966171" y="3230561"/>
              <a:ext cx="914400" cy="914400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939BE4-2D75-8A09-6629-CABC92324A01}"/>
                </a:ext>
              </a:extLst>
            </p:cNvPr>
            <p:cNvSpPr/>
            <p:nvPr/>
          </p:nvSpPr>
          <p:spPr>
            <a:xfrm>
              <a:off x="4835071" y="3227872"/>
              <a:ext cx="1731667" cy="183417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Agent/Model</a:t>
              </a:r>
            </a:p>
          </p:txBody>
        </p:sp>
        <p:sp>
          <p:nvSpPr>
            <p:cNvPr id="19" name="Pentagon 18">
              <a:extLst>
                <a:ext uri="{FF2B5EF4-FFF2-40B4-BE49-F238E27FC236}">
                  <a16:creationId xmlns:a16="http://schemas.microsoft.com/office/drawing/2014/main" id="{F9F05AE9-3DE4-0733-1E84-7C2CB2A9AC25}"/>
                </a:ext>
              </a:extLst>
            </p:cNvPr>
            <p:cNvSpPr/>
            <p:nvPr/>
          </p:nvSpPr>
          <p:spPr>
            <a:xfrm>
              <a:off x="7614740" y="3646542"/>
              <a:ext cx="914400" cy="914400"/>
            </a:xfrm>
            <a:prstGeom prst="pen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Code</a:t>
              </a: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608A016F-CF61-72E8-A855-8DAE46EACBFA}"/>
                </a:ext>
              </a:extLst>
            </p:cNvPr>
            <p:cNvSpPr/>
            <p:nvPr/>
          </p:nvSpPr>
          <p:spPr>
            <a:xfrm>
              <a:off x="678583" y="4274371"/>
              <a:ext cx="1376979" cy="726141"/>
            </a:xfrm>
            <a:prstGeom prst="parallelogram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Prompt 2</a:t>
              </a: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033A8002-E5FF-5F1F-1318-C1189E902837}"/>
                </a:ext>
              </a:extLst>
            </p:cNvPr>
            <p:cNvSpPr/>
            <p:nvPr/>
          </p:nvSpPr>
          <p:spPr>
            <a:xfrm>
              <a:off x="6608901" y="3786392"/>
              <a:ext cx="914399" cy="63470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/>
                <a:t>Output</a:t>
              </a:r>
            </a:p>
          </p:txBody>
        </p:sp>
        <p:sp>
          <p:nvSpPr>
            <p:cNvPr id="23" name="Cloud 22">
              <a:extLst>
                <a:ext uri="{FF2B5EF4-FFF2-40B4-BE49-F238E27FC236}">
                  <a16:creationId xmlns:a16="http://schemas.microsoft.com/office/drawing/2014/main" id="{4EF8B129-91A9-EF71-C277-CC90DED64135}"/>
                </a:ext>
              </a:extLst>
            </p:cNvPr>
            <p:cNvSpPr/>
            <p:nvPr/>
          </p:nvSpPr>
          <p:spPr>
            <a:xfrm>
              <a:off x="2400889" y="3646543"/>
              <a:ext cx="1747722" cy="1149274"/>
            </a:xfrm>
            <a:prstGeom prst="clou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Context</a:t>
              </a: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51104F5-A3C5-BCD4-4475-CF58B88F5BF3}"/>
                </a:ext>
              </a:extLst>
            </p:cNvPr>
            <p:cNvSpPr/>
            <p:nvPr/>
          </p:nvSpPr>
          <p:spPr>
            <a:xfrm>
              <a:off x="3920671" y="3876338"/>
              <a:ext cx="914400" cy="63470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/>
                <a:t>Input</a:t>
              </a:r>
            </a:p>
          </p:txBody>
        </p:sp>
        <p:sp>
          <p:nvSpPr>
            <p:cNvPr id="24" name="Right Brace 23">
              <a:extLst>
                <a:ext uri="{FF2B5EF4-FFF2-40B4-BE49-F238E27FC236}">
                  <a16:creationId xmlns:a16="http://schemas.microsoft.com/office/drawing/2014/main" id="{40917F8D-3269-7D4C-FFFC-7B0CC3C3E1F4}"/>
                </a:ext>
              </a:extLst>
            </p:cNvPr>
            <p:cNvSpPr/>
            <p:nvPr/>
          </p:nvSpPr>
          <p:spPr>
            <a:xfrm>
              <a:off x="2199640" y="3227872"/>
              <a:ext cx="365760" cy="190070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Diamond 30">
            <a:extLst>
              <a:ext uri="{FF2B5EF4-FFF2-40B4-BE49-F238E27FC236}">
                <a16:creationId xmlns:a16="http://schemas.microsoft.com/office/drawing/2014/main" id="{64FD6C13-9D66-0F88-B8C3-0A70FBB4ECC9}"/>
              </a:ext>
            </a:extLst>
          </p:cNvPr>
          <p:cNvSpPr/>
          <p:nvPr/>
        </p:nvSpPr>
        <p:spPr>
          <a:xfrm>
            <a:off x="9106879" y="1581205"/>
            <a:ext cx="914400" cy="9144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D106129A-84BF-0B33-3C50-D3A69955C3D3}"/>
              </a:ext>
            </a:extLst>
          </p:cNvPr>
          <p:cNvSpPr/>
          <p:nvPr/>
        </p:nvSpPr>
        <p:spPr>
          <a:xfrm>
            <a:off x="9106879" y="3809102"/>
            <a:ext cx="914400" cy="91440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35" name="Arrow: Curved Right 34">
            <a:extLst>
              <a:ext uri="{FF2B5EF4-FFF2-40B4-BE49-F238E27FC236}">
                <a16:creationId xmlns:a16="http://schemas.microsoft.com/office/drawing/2014/main" id="{11E24435-0019-38DB-CF1F-5FDD93A0103C}"/>
              </a:ext>
            </a:extLst>
          </p:cNvPr>
          <p:cNvSpPr/>
          <p:nvPr/>
        </p:nvSpPr>
        <p:spPr>
          <a:xfrm rot="2822100">
            <a:off x="2202469" y="643824"/>
            <a:ext cx="1587315" cy="3038907"/>
          </a:xfrm>
          <a:prstGeom prst="curv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2.22222E-6 L -0.13412 0.2125 L -0.54532 0.26528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266" y="1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50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31" grpId="1" animBg="1"/>
      <p:bldP spid="33" grpId="0" animBg="1"/>
      <p:bldP spid="33" grpId="1" animBg="1"/>
      <p:bldP spid="33" grpId="2" animBg="1"/>
      <p:bldP spid="3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7DB5-2F7A-FE5B-D34A-1A9131FB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Area to Shift Left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47A14C-39FF-9029-EA09-F016A663D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4631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Circular 4">
            <a:extLst>
              <a:ext uri="{FF2B5EF4-FFF2-40B4-BE49-F238E27FC236}">
                <a16:creationId xmlns:a16="http://schemas.microsoft.com/office/drawing/2014/main" id="{B7C9E77D-6C01-6F3A-37DC-9D24287E446B}"/>
              </a:ext>
            </a:extLst>
          </p:cNvPr>
          <p:cNvSpPr/>
          <p:nvPr/>
        </p:nvSpPr>
        <p:spPr>
          <a:xfrm flipH="1">
            <a:off x="2362199" y="1690688"/>
            <a:ext cx="1957755" cy="2183966"/>
          </a:xfrm>
          <a:prstGeom prst="circularArrow">
            <a:avLst>
              <a:gd name="adj1" fmla="val 3308"/>
              <a:gd name="adj2" fmla="val 408578"/>
              <a:gd name="adj3" fmla="val 19415911"/>
              <a:gd name="adj4" fmla="val 12575511"/>
              <a:gd name="adj5" fmla="val 385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    Review</a:t>
            </a:r>
          </a:p>
        </p:txBody>
      </p:sp>
      <p:sp>
        <p:nvSpPr>
          <p:cNvPr id="6" name="Arrow: Circular 5">
            <a:extLst>
              <a:ext uri="{FF2B5EF4-FFF2-40B4-BE49-F238E27FC236}">
                <a16:creationId xmlns:a16="http://schemas.microsoft.com/office/drawing/2014/main" id="{A4BFDD1D-AF16-F7B2-DDAD-6D7FE81AE9E3}"/>
              </a:ext>
            </a:extLst>
          </p:cNvPr>
          <p:cNvSpPr/>
          <p:nvPr/>
        </p:nvSpPr>
        <p:spPr>
          <a:xfrm flipH="1">
            <a:off x="5046784" y="1687513"/>
            <a:ext cx="1957755" cy="2183966"/>
          </a:xfrm>
          <a:prstGeom prst="circularArrow">
            <a:avLst>
              <a:gd name="adj1" fmla="val 3308"/>
              <a:gd name="adj2" fmla="val 408578"/>
              <a:gd name="adj3" fmla="val 19415911"/>
              <a:gd name="adj4" fmla="val 12575511"/>
              <a:gd name="adj5" fmla="val 385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    Review</a:t>
            </a:r>
          </a:p>
        </p:txBody>
      </p:sp>
      <p:sp>
        <p:nvSpPr>
          <p:cNvPr id="7" name="Arrow: Circular 6">
            <a:extLst>
              <a:ext uri="{FF2B5EF4-FFF2-40B4-BE49-F238E27FC236}">
                <a16:creationId xmlns:a16="http://schemas.microsoft.com/office/drawing/2014/main" id="{AC3F8368-DE8E-8E90-954F-D353C00B5411}"/>
              </a:ext>
            </a:extLst>
          </p:cNvPr>
          <p:cNvSpPr/>
          <p:nvPr/>
        </p:nvSpPr>
        <p:spPr>
          <a:xfrm flipH="1">
            <a:off x="7959968" y="1687513"/>
            <a:ext cx="1957755" cy="2183966"/>
          </a:xfrm>
          <a:prstGeom prst="circularArrow">
            <a:avLst>
              <a:gd name="adj1" fmla="val 3308"/>
              <a:gd name="adj2" fmla="val 408578"/>
              <a:gd name="adj3" fmla="val 19415911"/>
              <a:gd name="adj4" fmla="val 12575511"/>
              <a:gd name="adj5" fmla="val 385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    Review</a:t>
            </a:r>
          </a:p>
        </p:txBody>
      </p:sp>
      <p:sp>
        <p:nvSpPr>
          <p:cNvPr id="8" name="Arrow: Circular 7">
            <a:extLst>
              <a:ext uri="{FF2B5EF4-FFF2-40B4-BE49-F238E27FC236}">
                <a16:creationId xmlns:a16="http://schemas.microsoft.com/office/drawing/2014/main" id="{AF06CEFC-1D60-762C-C4E8-89365C1D1F33}"/>
              </a:ext>
            </a:extLst>
          </p:cNvPr>
          <p:cNvSpPr/>
          <p:nvPr/>
        </p:nvSpPr>
        <p:spPr>
          <a:xfrm flipH="1">
            <a:off x="10234243" y="3083560"/>
            <a:ext cx="1957754" cy="1793240"/>
          </a:xfrm>
          <a:prstGeom prst="circularArrow">
            <a:avLst>
              <a:gd name="adj1" fmla="val 2984"/>
              <a:gd name="adj2" fmla="val 408578"/>
              <a:gd name="adj3" fmla="val 15052317"/>
              <a:gd name="adj4" fmla="val 6637797"/>
              <a:gd name="adj5" fmla="val 385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 anchorCtr="0"/>
          <a:lstStyle/>
          <a:p>
            <a:pPr algn="r"/>
            <a:r>
              <a:rPr lang="en-US">
                <a:solidFill>
                  <a:schemeClr val="tx1"/>
                </a:solidFill>
              </a:rPr>
              <a:t>Review</a:t>
            </a:r>
          </a:p>
        </p:txBody>
      </p:sp>
      <p:sp>
        <p:nvSpPr>
          <p:cNvPr id="9" name="Arrow: Circular 8">
            <a:extLst>
              <a:ext uri="{FF2B5EF4-FFF2-40B4-BE49-F238E27FC236}">
                <a16:creationId xmlns:a16="http://schemas.microsoft.com/office/drawing/2014/main" id="{59D335F0-4A16-5709-89AF-A094FA6773EA}"/>
              </a:ext>
            </a:extLst>
          </p:cNvPr>
          <p:cNvSpPr/>
          <p:nvPr/>
        </p:nvSpPr>
        <p:spPr>
          <a:xfrm flipH="1">
            <a:off x="7959967" y="3707448"/>
            <a:ext cx="1957755" cy="2183966"/>
          </a:xfrm>
          <a:prstGeom prst="circularArrow">
            <a:avLst>
              <a:gd name="adj1" fmla="val 3308"/>
              <a:gd name="adj2" fmla="val 408578"/>
              <a:gd name="adj3" fmla="val 19415911"/>
              <a:gd name="adj4" fmla="val 12575511"/>
              <a:gd name="adj5" fmla="val 385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    Review</a:t>
            </a:r>
          </a:p>
        </p:txBody>
      </p: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C93FC1FF-9562-DFF1-97C1-E3BBE4675ECF}"/>
              </a:ext>
            </a:extLst>
          </p:cNvPr>
          <p:cNvSpPr/>
          <p:nvPr/>
        </p:nvSpPr>
        <p:spPr>
          <a:xfrm flipH="1">
            <a:off x="5117122" y="3709353"/>
            <a:ext cx="1957755" cy="2183966"/>
          </a:xfrm>
          <a:prstGeom prst="circularArrow">
            <a:avLst>
              <a:gd name="adj1" fmla="val 3308"/>
              <a:gd name="adj2" fmla="val 408578"/>
              <a:gd name="adj3" fmla="val 19415911"/>
              <a:gd name="adj4" fmla="val 12575511"/>
              <a:gd name="adj5" fmla="val 385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    Review</a:t>
            </a:r>
          </a:p>
        </p:txBody>
      </p:sp>
    </p:spTree>
    <p:extLst>
      <p:ext uri="{BB962C8B-B14F-4D97-AF65-F5344CB8AC3E}">
        <p14:creationId xmlns:p14="http://schemas.microsoft.com/office/powerpoint/2010/main" val="340406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578E-671E-7720-43D9-B2C2B44EF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1038B-574B-5159-656C-CD5056D4AF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31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7E17-2005-581E-CB1F-97D0E670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 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457C9-FAEE-0CEA-51E1-6073FE371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857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9911-5B1C-6D0B-496D-395A1820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Right tool for the job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D889B1-4289-5F57-7CF6-A7D2F78F8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" b="9219"/>
          <a:stretch>
            <a:fillRect/>
          </a:stretch>
        </p:blipFill>
        <p:spPr>
          <a:xfrm>
            <a:off x="2734866" y="1690688"/>
            <a:ext cx="6722268" cy="448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21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8B2B-9517-5852-8D0F-8952D031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 strategic and proactive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180FA-04B2-BA98-1891-3CF63BFCD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 Understand the benefits of LLMs</a:t>
            </a:r>
          </a:p>
          <a:p>
            <a:pPr lvl="1"/>
            <a:r>
              <a:rPr lang="en-US" dirty="0"/>
              <a:t>Anticipate and measure the outcomes of AI usage</a:t>
            </a:r>
          </a:p>
          <a:p>
            <a:r>
              <a:rPr lang="en-US" dirty="0"/>
              <a:t>Objective: Measure increased value</a:t>
            </a:r>
          </a:p>
          <a:p>
            <a:pPr lvl="1"/>
            <a:r>
              <a:rPr lang="en-US" dirty="0"/>
              <a:t>Rather than mere token/credit usage</a:t>
            </a:r>
          </a:p>
          <a:p>
            <a:pPr lvl="1"/>
            <a:r>
              <a:rPr lang="en-US" dirty="0"/>
              <a:t>Transition from “Am I using AI” to “What value is AI adding”</a:t>
            </a:r>
          </a:p>
          <a:p>
            <a:r>
              <a:rPr lang="en-US" dirty="0"/>
              <a:t>Objective: Work LLMs into existing practices and workflows</a:t>
            </a:r>
          </a:p>
          <a:p>
            <a:pPr lvl="1"/>
            <a:r>
              <a:rPr lang="en-US" dirty="0"/>
              <a:t>Not only code generation</a:t>
            </a:r>
          </a:p>
          <a:p>
            <a:pPr lvl="1"/>
            <a:r>
              <a:rPr lang="en-US" dirty="0"/>
              <a:t>LLMs usage can replace some things, but not all things</a:t>
            </a:r>
          </a:p>
          <a:p>
            <a:pPr lvl="1"/>
            <a:r>
              <a:rPr lang="en-US" dirty="0"/>
              <a:t>Work LLM usage into processes intentionally</a:t>
            </a:r>
          </a:p>
        </p:txBody>
      </p:sp>
    </p:spTree>
    <p:extLst>
      <p:ext uri="{BB962C8B-B14F-4D97-AF65-F5344CB8AC3E}">
        <p14:creationId xmlns:p14="http://schemas.microsoft.com/office/powerpoint/2010/main" val="77191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91B6-3DAE-D6A1-CFCB-13B192A6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Tailored AI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492F7-2B44-880F-ECA7-B0EB34070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Core Domain</a:t>
            </a:r>
          </a:p>
          <a:p>
            <a:pPr lvl="1"/>
            <a:r>
              <a:rPr lang="en-US" sz="2800" dirty="0"/>
              <a:t>Complex competitive advantage</a:t>
            </a:r>
          </a:p>
          <a:p>
            <a:pPr lvl="1"/>
            <a:r>
              <a:rPr lang="en-US" sz="2800" dirty="0"/>
              <a:t>Detailed guidance and instructions</a:t>
            </a:r>
          </a:p>
          <a:p>
            <a:r>
              <a:rPr lang="en-US" sz="3200" dirty="0"/>
              <a:t>Supporting Domain</a:t>
            </a:r>
          </a:p>
          <a:p>
            <a:pPr lvl="1"/>
            <a:r>
              <a:rPr lang="en-US" sz="2800" dirty="0"/>
              <a:t>Recognize non-proprietary behaviors </a:t>
            </a:r>
          </a:p>
          <a:p>
            <a:r>
              <a:rPr lang="en-US" sz="3200" dirty="0"/>
              <a:t>Generic Domain</a:t>
            </a:r>
          </a:p>
          <a:p>
            <a:pPr lvl="1"/>
            <a:r>
              <a:rPr lang="en-US" sz="2800" dirty="0"/>
              <a:t>Offload to AI as much as possible</a:t>
            </a:r>
          </a:p>
          <a:p>
            <a:r>
              <a:rPr lang="en-US" sz="3200" dirty="0"/>
              <a:t>Small steps</a:t>
            </a:r>
          </a:p>
          <a:p>
            <a:pPr lvl="1"/>
            <a:r>
              <a:rPr lang="en-US" sz="2800" dirty="0"/>
              <a:t>Feature by feature</a:t>
            </a:r>
          </a:p>
        </p:txBody>
      </p:sp>
    </p:spTree>
    <p:extLst>
      <p:ext uri="{BB962C8B-B14F-4D97-AF65-F5344CB8AC3E}">
        <p14:creationId xmlns:p14="http://schemas.microsoft.com/office/powerpoint/2010/main" val="129388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5A6D-058F-BDD5-3864-696BEF6B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Realistic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9643-53E4-A55D-D33A-A7F733FBF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You’re responsible for your use of generative AI</a:t>
            </a:r>
          </a:p>
          <a:p>
            <a:pPr lvl="1"/>
            <a:r>
              <a:rPr lang="en-US" sz="2800" dirty="0"/>
              <a:t>“AI can make mistakes, so double-check responses”</a:t>
            </a:r>
          </a:p>
          <a:p>
            <a:r>
              <a:rPr lang="en-US" sz="3200" dirty="0"/>
              <a:t>Don’t use it for the sake of using it</a:t>
            </a:r>
          </a:p>
          <a:p>
            <a:pPr lvl="1"/>
            <a:r>
              <a:rPr lang="en-US" sz="2800" dirty="0"/>
              <a:t>Question mandates to use it “everywhere” for “everything”</a:t>
            </a:r>
          </a:p>
          <a:p>
            <a:r>
              <a:rPr lang="en-US" sz="3200" dirty="0"/>
              <a:t>Only use it where it adds value</a:t>
            </a:r>
          </a:p>
          <a:p>
            <a:pPr lvl="1"/>
            <a:r>
              <a:rPr lang="en-US" sz="2800" dirty="0"/>
              <a:t>Complex problems</a:t>
            </a:r>
          </a:p>
          <a:p>
            <a:r>
              <a:rPr lang="en-US" sz="3200" dirty="0"/>
              <a:t>Recognize future insights and current tech debt</a:t>
            </a:r>
          </a:p>
          <a:p>
            <a:pPr lvl="1"/>
            <a:r>
              <a:rPr lang="en-US" sz="2800" dirty="0"/>
              <a:t>Don’t rely on reverse engineering a code base</a:t>
            </a:r>
          </a:p>
        </p:txBody>
      </p:sp>
    </p:spTree>
    <p:extLst>
      <p:ext uri="{BB962C8B-B14F-4D97-AF65-F5344CB8AC3E}">
        <p14:creationId xmlns:p14="http://schemas.microsoft.com/office/powerpoint/2010/main" val="89707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09093-83C2-3896-6394-2D4F4484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5DD6D-27F6-4528-E362-1F502A9BD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Human in Loop</a:t>
            </a:r>
          </a:p>
          <a:p>
            <a:pPr lvl="1"/>
            <a:r>
              <a:rPr lang="en-US" sz="2800" dirty="0"/>
              <a:t>Break agent usage into phases, review results of each</a:t>
            </a:r>
          </a:p>
          <a:p>
            <a:pPr lvl="1"/>
            <a:r>
              <a:rPr lang="en-US" sz="2800" dirty="0"/>
              <a:t>Leverage AI for tasks decomposition and planning</a:t>
            </a:r>
          </a:p>
          <a:p>
            <a:r>
              <a:rPr lang="en-US" sz="3200" dirty="0"/>
              <a:t>Prefer “how” in guidelines as strategy or tactics</a:t>
            </a:r>
          </a:p>
          <a:p>
            <a:pPr lvl="1"/>
            <a:r>
              <a:rPr lang="en-US" sz="2800" dirty="0"/>
              <a:t>E.g. </a:t>
            </a:r>
            <a:r>
              <a:rPr lang="en-US" sz="2800" dirty="0"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copilot-instructions.md</a:t>
            </a:r>
            <a:r>
              <a:rPr lang="en-US" sz="2800" dirty="0"/>
              <a:t>, not </a:t>
            </a:r>
            <a:r>
              <a:rPr lang="en-US" sz="2800" dirty="0"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constitution.md</a:t>
            </a:r>
          </a:p>
          <a:p>
            <a:r>
              <a:rPr lang="en-US" sz="3200" dirty="0"/>
              <a:t>Focus on why and what and success criteria in features</a:t>
            </a:r>
          </a:p>
          <a:p>
            <a:pPr lvl="1"/>
            <a:r>
              <a:rPr lang="en-US" sz="2800" dirty="0"/>
              <a:t>Avoid constraints in features/specs</a:t>
            </a:r>
          </a:p>
        </p:txBody>
      </p:sp>
    </p:spTree>
    <p:extLst>
      <p:ext uri="{BB962C8B-B14F-4D97-AF65-F5344CB8AC3E}">
        <p14:creationId xmlns:p14="http://schemas.microsoft.com/office/powerpoint/2010/main" val="294615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548B-C458-B3A7-2BB2-5318EEAB5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305A237-DB9F-4E78-6BE7-B0D086171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51246"/>
              </p:ext>
            </p:extLst>
          </p:nvPr>
        </p:nvGraphicFramePr>
        <p:xfrm>
          <a:off x="841248" y="1828800"/>
          <a:ext cx="10515600" cy="46344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084">
                  <a:extLst>
                    <a:ext uri="{9D8B030D-6E8A-4147-A177-3AD203B41FA5}">
                      <a16:colId xmlns:a16="http://schemas.microsoft.com/office/drawing/2014/main" val="755624585"/>
                    </a:ext>
                  </a:extLst>
                </a:gridCol>
                <a:gridCol w="9987516">
                  <a:extLst>
                    <a:ext uri="{9D8B030D-6E8A-4147-A177-3AD203B41FA5}">
                      <a16:colId xmlns:a16="http://schemas.microsoft.com/office/drawing/2014/main" val="34655467"/>
                    </a:ext>
                  </a:extLst>
                </a:gridCol>
              </a:tblGrid>
              <a:tr h="1673155">
                <a:tc>
                  <a:txBody>
                    <a:bodyPr/>
                    <a:lstStyle/>
                    <a:p>
                      <a:pPr indent="-457200"/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-7315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G. Sutton, “</a:t>
                      </a:r>
                      <a:r>
                        <a:rPr lang="en-US" sz="2400" dirty="0">
                          <a:hlinkClick r:id="rId3"/>
                        </a:rPr>
                        <a:t>Timeless Algorithms, The Foundational Ideas</a:t>
                      </a:r>
                      <a:r>
                        <a:rPr lang="en-US" sz="2400" dirty="0"/>
                        <a:t>”. Manning</a:t>
                      </a:r>
                      <a:endParaRPr lang="en-US" sz="2400" dirty="0">
                        <a:hlinkClick r:id="rId4"/>
                      </a:endParaRPr>
                    </a:p>
                    <a:p>
                      <a:pPr marL="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linkClick r:id="rId4"/>
                        </a:rPr>
                        <a:t>Custom Instructions vs Custom Agents vs Agent Skills (Explained)</a:t>
                      </a:r>
                      <a:endParaRPr lang="en-US" sz="2400" dirty="0"/>
                    </a:p>
                    <a:p>
                      <a:pPr marL="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E. Evans, “</a:t>
                      </a:r>
                      <a:r>
                        <a:rPr lang="en-US" sz="2400" dirty="0">
                          <a:hlinkClick r:id="rId5"/>
                        </a:rPr>
                        <a:t>Domain-Driven Design Reference</a:t>
                      </a:r>
                      <a:r>
                        <a:rPr lang="en-US" sz="2400" dirty="0"/>
                        <a:t>”. Domain Language</a:t>
                      </a:r>
                    </a:p>
                    <a:p>
                      <a:pPr marL="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linkClick r:id="rId6"/>
                        </a:rPr>
                        <a:t>Spec-Driven Development </a:t>
                      </a:r>
                      <a:r>
                        <a:rPr lang="en-US" sz="2400" dirty="0" err="1">
                          <a:hlinkClick r:id="rId6"/>
                        </a:rPr>
                        <a:t>Quickstart</a:t>
                      </a:r>
                      <a:endParaRPr lang="en-US" sz="2400" dirty="0"/>
                    </a:p>
                    <a:p>
                      <a:pPr indent="-457200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044087"/>
                  </a:ext>
                </a:extLst>
              </a:tr>
              <a:tr h="678557">
                <a:tc>
                  <a:txBody>
                    <a:bodyPr/>
                    <a:lstStyle/>
                    <a:p>
                      <a:pPr indent="-457200"/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457200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141643"/>
                  </a:ext>
                </a:extLst>
              </a:tr>
              <a:tr h="678557">
                <a:tc>
                  <a:txBody>
                    <a:bodyPr/>
                    <a:lstStyle/>
                    <a:p>
                      <a:pPr indent="-457200"/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457200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441666"/>
                  </a:ext>
                </a:extLst>
              </a:tr>
              <a:tr h="678557">
                <a:tc>
                  <a:txBody>
                    <a:bodyPr/>
                    <a:lstStyle/>
                    <a:p>
                      <a:pPr indent="-457200"/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457200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83563"/>
                  </a:ext>
                </a:extLst>
              </a:tr>
              <a:tr h="678557">
                <a:tc>
                  <a:txBody>
                    <a:bodyPr/>
                    <a:lstStyle/>
                    <a:p>
                      <a:pPr indent="-457200"/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457200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740183"/>
                  </a:ext>
                </a:extLst>
              </a:tr>
            </a:tbl>
          </a:graphicData>
        </a:graphic>
      </p:graphicFrame>
      <p:pic>
        <p:nvPicPr>
          <p:cNvPr id="3" name="Picture 2" descr="Book - Free education icons">
            <a:extLst>
              <a:ext uri="{FF2B5EF4-FFF2-40B4-BE49-F238E27FC236}">
                <a16:creationId xmlns:a16="http://schemas.microsoft.com/office/drawing/2014/main" id="{A0A75D80-6E9E-EAA7-D4DE-1BD7CF495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484" y="1913328"/>
            <a:ext cx="329184" cy="329184"/>
          </a:xfrm>
          <a:prstGeom prst="rect">
            <a:avLst/>
          </a:prstGeom>
        </p:spPr>
      </p:pic>
      <p:pic>
        <p:nvPicPr>
          <p:cNvPr id="4" name="Picture 3" descr="Book - Free education icons">
            <a:extLst>
              <a:ext uri="{FF2B5EF4-FFF2-40B4-BE49-F238E27FC236}">
                <a16:creationId xmlns:a16="http://schemas.microsoft.com/office/drawing/2014/main" id="{2A028F85-2D78-EE34-3BDE-8DC7C13B75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484" y="2656224"/>
            <a:ext cx="329184" cy="3291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4AE479-9DE4-A9D4-6378-BFAB0760E7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88" y="2286129"/>
            <a:ext cx="327380" cy="3273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9896D1-734A-B244-EBE4-44E762E2AA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679" y="3010808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649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F535-2CB2-2FBB-7C41-4EB0E80A4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B78FD-36BB-B415-A72A-2812C98A8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Session Materials: </a:t>
            </a:r>
            <a:r>
              <a:rPr lang="en-US" sz="3200" dirty="0">
                <a:hlinkClick r:id="rId3"/>
              </a:rPr>
              <a:t>https://bit.ly/4AzTYvJ</a:t>
            </a:r>
            <a:endParaRPr lang="en-US" sz="3200" dirty="0"/>
          </a:p>
          <a:p>
            <a:r>
              <a:rPr lang="en-US" sz="3200" dirty="0">
                <a:hlinkClick r:id="rId4"/>
              </a:rPr>
              <a:t>https://blog.peterritchie.com</a:t>
            </a:r>
            <a:endParaRPr lang="en-US" sz="3200" dirty="0"/>
          </a:p>
          <a:p>
            <a:r>
              <a:rPr lang="en-US" sz="3200" dirty="0">
                <a:hlinkClick r:id="rId5"/>
              </a:rPr>
              <a:t>https://github.com/peteraritchie</a:t>
            </a:r>
            <a:endParaRPr lang="en-US" sz="3200" dirty="0"/>
          </a:p>
          <a:p>
            <a:r>
              <a:rPr lang="en-US" sz="3200" dirty="0">
                <a:hlinkClick r:id="rId6"/>
              </a:rPr>
              <a:t>https://www.linkedin.com/in/peteraritchie</a:t>
            </a:r>
            <a:endParaRPr lang="en-US" sz="3200" dirty="0"/>
          </a:p>
          <a:p>
            <a:r>
              <a:rPr lang="en-US" sz="3200" dirty="0">
                <a:hlinkClick r:id="rId7"/>
              </a:rPr>
              <a:t>https://bsky.app/profile/peterritchie.com</a:t>
            </a:r>
            <a:endParaRPr lang="en-US" sz="3200" dirty="0"/>
          </a:p>
          <a:p>
            <a:r>
              <a:rPr lang="en-US" sz="3200" dirty="0">
                <a:hlinkClick r:id="rId8"/>
              </a:rPr>
              <a:t>peter@peterRitchie.com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60391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1199</Words>
  <Application>Microsoft Office PowerPoint</Application>
  <PresentationFormat>Widescreen</PresentationFormat>
  <Paragraphs>379</Paragraphs>
  <Slides>51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Aptos Display</vt:lpstr>
      <vt:lpstr>Arial</vt:lpstr>
      <vt:lpstr>Cascadia Code ExtraLight</vt:lpstr>
      <vt:lpstr>Ink Free</vt:lpstr>
      <vt:lpstr>Segoe Print</vt:lpstr>
      <vt:lpstr>Office Theme</vt:lpstr>
      <vt:lpstr>Domain-Driven Design In the AI Era</vt:lpstr>
      <vt:lpstr>PowerPoint Presentation</vt:lpstr>
      <vt:lpstr>About me</vt:lpstr>
      <vt:lpstr>About me</vt:lpstr>
      <vt:lpstr>Agenda</vt:lpstr>
      <vt:lpstr>What AI is and isn’t</vt:lpstr>
      <vt:lpstr>What is AI (Large Language Models, Agents)</vt:lpstr>
      <vt:lpstr>AI Features</vt:lpstr>
      <vt:lpstr>Semantic similarity</vt:lpstr>
      <vt:lpstr>PowerPoint Presentation</vt:lpstr>
      <vt:lpstr>Semantic similarity</vt:lpstr>
      <vt:lpstr>PowerPoint Presentation</vt:lpstr>
      <vt:lpstr>AI is another tool</vt:lpstr>
      <vt:lpstr>PowerPoint Presentation</vt:lpstr>
      <vt:lpstr>AI isn’t…</vt:lpstr>
      <vt:lpstr>LLM Risks</vt:lpstr>
      <vt:lpstr>Not all data is good data</vt:lpstr>
      <vt:lpstr>PowerPoint Presentation</vt:lpstr>
      <vt:lpstr>Misinterpreted data</vt:lpstr>
      <vt:lpstr>PowerPoint Presentation</vt:lpstr>
      <vt:lpstr>Domain-Driven Design features and risks</vt:lpstr>
      <vt:lpstr>Goals of Domain-Driven Design</vt:lpstr>
      <vt:lpstr>Complexity</vt:lpstr>
      <vt:lpstr>PowerPoint Presentation</vt:lpstr>
      <vt:lpstr>Simplification through organizataion</vt:lpstr>
      <vt:lpstr>PowerPoint Presentation</vt:lpstr>
      <vt:lpstr>Simplification through isolation</vt:lpstr>
      <vt:lpstr>PowerPoint Presentation</vt:lpstr>
      <vt:lpstr>Strategic Design</vt:lpstr>
      <vt:lpstr>PowerPoint Presentation</vt:lpstr>
      <vt:lpstr>Continuous Discovery and Refinement</vt:lpstr>
      <vt:lpstr>Domain-Driven Design risks</vt:lpstr>
      <vt:lpstr>Goals of use of AI with Domain-Driven Design</vt:lpstr>
      <vt:lpstr>Reduce time to market/production</vt:lpstr>
      <vt:lpstr>Increase quality</vt:lpstr>
      <vt:lpstr>Increase adaptability/maintainability</vt:lpstr>
      <vt:lpstr>Shifting insight left</vt:lpstr>
      <vt:lpstr>Guiding Agents on the Domain</vt:lpstr>
      <vt:lpstr>Hard to Shift Left</vt:lpstr>
      <vt:lpstr>PowerPoint Presentation</vt:lpstr>
      <vt:lpstr>PowerPoint Presentation</vt:lpstr>
      <vt:lpstr>Surface Area to Shift Left</vt:lpstr>
      <vt:lpstr>Demo</vt:lpstr>
      <vt:lpstr>Take aways</vt:lpstr>
      <vt:lpstr>Right tool for the job</vt:lpstr>
      <vt:lpstr>Be strategic and proactive</vt:lpstr>
      <vt:lpstr>Tailored AI Usage</vt:lpstr>
      <vt:lpstr>Be Realistic</vt:lpstr>
      <vt:lpstr>Other Recommendations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Ritchie</dc:creator>
  <cp:lastModifiedBy>Peter Ritchie</cp:lastModifiedBy>
  <cp:revision>8</cp:revision>
  <dcterms:created xsi:type="dcterms:W3CDTF">2026-03-17T16:57:47Z</dcterms:created>
  <dcterms:modified xsi:type="dcterms:W3CDTF">2026-09-22T15:24:35Z</dcterms:modified>
</cp:coreProperties>
</file>